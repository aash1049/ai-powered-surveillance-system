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Helvetica Neue"/>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MoBJbWMWodG4sT8QAy8MsAME8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562027-1C25-4835-8596-08891DB0B876}">
  <a:tblStyle styleId="{2A562027-1C25-4835-8596-08891DB0B876}" styleName="Table_0">
    <a:wholeTbl>
      <a:tcTxStyle b="off" i="off">
        <a:font>
          <a:latin typeface="Dante"/>
          <a:ea typeface="Dante"/>
          <a:cs typeface="Dante"/>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4ECEC"/>
          </a:solidFill>
        </a:fill>
      </a:tcStyle>
    </a:wholeTbl>
    <a:band1H>
      <a:tcTxStyle/>
      <a:tcStyle>
        <a:fill>
          <a:solidFill>
            <a:srgbClr val="E8D8D8"/>
          </a:solidFill>
        </a:fill>
      </a:tcStyle>
    </a:band1H>
    <a:band2H>
      <a:tcTxStyle/>
    </a:band2H>
    <a:band1V>
      <a:tcTxStyle/>
      <a:tcStyle>
        <a:fill>
          <a:solidFill>
            <a:srgbClr val="E8D8D8"/>
          </a:solidFill>
        </a:fill>
      </a:tcStyle>
    </a:band1V>
    <a:band2V>
      <a:tcTxStyle/>
    </a:band2V>
    <a:lastCol>
      <a:tcTxStyle b="on" i="off">
        <a:font>
          <a:latin typeface="Dante"/>
          <a:ea typeface="Dante"/>
          <a:cs typeface="Dante"/>
        </a:font>
        <a:schemeClr val="lt1"/>
      </a:tcTxStyle>
      <a:tcStyle>
        <a:fill>
          <a:solidFill>
            <a:schemeClr val="accent3"/>
          </a:solidFill>
        </a:fill>
      </a:tcStyle>
    </a:lastCol>
    <a:firstCol>
      <a:tcTxStyle b="on" i="off">
        <a:font>
          <a:latin typeface="Dante"/>
          <a:ea typeface="Dante"/>
          <a:cs typeface="Dante"/>
        </a:font>
        <a:schemeClr val="lt1"/>
      </a:tcTxStyle>
      <a:tcStyle>
        <a:fill>
          <a:solidFill>
            <a:schemeClr val="accent3"/>
          </a:solidFill>
        </a:fill>
      </a:tcStyle>
    </a:firstCol>
    <a:lastRow>
      <a:tcTxStyle b="on" i="off">
        <a:font>
          <a:latin typeface="Dante"/>
          <a:ea typeface="Dante"/>
          <a:cs typeface="Dante"/>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Dante"/>
          <a:ea typeface="Dante"/>
          <a:cs typeface="Dante"/>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HelveticaNeue-bold.fntdata"/><Relationship Id="rId16" Type="http://schemas.openxmlformats.org/officeDocument/2006/relationships/font" Target="fonts/HelveticaNeue-regular.fntdata"/><Relationship Id="rId5" Type="http://schemas.openxmlformats.org/officeDocument/2006/relationships/notesMaster" Target="notesMasters/notesMaster1.xml"/><Relationship Id="rId19" Type="http://schemas.openxmlformats.org/officeDocument/2006/relationships/font" Target="fonts/HelveticaNeue-boldItalic.fntdata"/><Relationship Id="rId6" Type="http://schemas.openxmlformats.org/officeDocument/2006/relationships/slide" Target="slides/slide1.xml"/><Relationship Id="rId18"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9" name="Shape 19"/>
        <p:cNvGrpSpPr/>
        <p:nvPr/>
      </p:nvGrpSpPr>
      <p:grpSpPr>
        <a:xfrm>
          <a:off x="0" y="0"/>
          <a:ext cx="0" cy="0"/>
          <a:chOff x="0" y="0"/>
          <a:chExt cx="0" cy="0"/>
        </a:xfrm>
      </p:grpSpPr>
      <p:grpSp>
        <p:nvGrpSpPr>
          <p:cNvPr id="20" name="Google Shape;20;p12"/>
          <p:cNvGrpSpPr/>
          <p:nvPr/>
        </p:nvGrpSpPr>
        <p:grpSpPr>
          <a:xfrm>
            <a:off x="-1524" y="708954"/>
            <a:ext cx="12193527" cy="5463894"/>
            <a:chOff x="-1524" y="708954"/>
            <a:chExt cx="12193527" cy="5463894"/>
          </a:xfrm>
        </p:grpSpPr>
        <p:sp>
          <p:nvSpPr>
            <p:cNvPr id="21" name="Google Shape;21;p12"/>
            <p:cNvSpPr/>
            <p:nvPr/>
          </p:nvSpPr>
          <p:spPr>
            <a:xfrm>
              <a:off x="-1524" y="709613"/>
              <a:ext cx="12192000" cy="5463235"/>
            </a:xfrm>
            <a:prstGeom prst="rect">
              <a:avLst/>
            </a:prstGeom>
            <a:solidFill>
              <a:schemeClr val="accent3">
                <a:alpha val="25098"/>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 name="Google Shape;22;p12"/>
            <p:cNvSpPr/>
            <p:nvPr/>
          </p:nvSpPr>
          <p:spPr>
            <a:xfrm>
              <a:off x="-1" y="1162050"/>
              <a:ext cx="5568949" cy="5009032"/>
            </a:xfrm>
            <a:prstGeom prst="rect">
              <a:avLst/>
            </a:prstGeom>
            <a:noFill/>
            <a:ln>
              <a:noFill/>
            </a:ln>
          </p:spPr>
        </p:sp>
        <p:sp>
          <p:nvSpPr>
            <p:cNvPr id="23" name="Google Shape;23;p12"/>
            <p:cNvSpPr/>
            <p:nvPr/>
          </p:nvSpPr>
          <p:spPr>
            <a:xfrm rot="-5400000">
              <a:off x="7239292" y="366674"/>
              <a:ext cx="4610430" cy="5294991"/>
            </a:xfrm>
            <a:prstGeom prst="rect">
              <a:avLst/>
            </a:prstGeom>
            <a:noFill/>
            <a:ln>
              <a:noFill/>
            </a:ln>
          </p:spPr>
        </p:sp>
      </p:grpSp>
      <p:cxnSp>
        <p:nvCxnSpPr>
          <p:cNvPr id="24" name="Google Shape;24;p12"/>
          <p:cNvCxnSpPr/>
          <p:nvPr/>
        </p:nvCxnSpPr>
        <p:spPr>
          <a:xfrm rot="10800000">
            <a:off x="11496184" y="561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25" name="Google Shape;25;p12"/>
          <p:cNvCxnSpPr/>
          <p:nvPr/>
        </p:nvCxnSpPr>
        <p:spPr>
          <a:xfrm>
            <a:off x="1524" y="6172200"/>
            <a:ext cx="12192000" cy="0"/>
          </a:xfrm>
          <a:prstGeom prst="straightConnector1">
            <a:avLst/>
          </a:prstGeom>
          <a:noFill/>
          <a:ln cap="rnd" cmpd="sng" w="9525">
            <a:solidFill>
              <a:schemeClr val="accent3"/>
            </a:solidFill>
            <a:prstDash val="dash"/>
            <a:miter lim="8000"/>
            <a:headEnd len="sm" w="sm" type="none"/>
            <a:tailEnd len="sm" w="sm" type="none"/>
          </a:ln>
        </p:spPr>
      </p:cxnSp>
      <p:cxnSp>
        <p:nvCxnSpPr>
          <p:cNvPr id="26" name="Google Shape;26;p12"/>
          <p:cNvCxnSpPr/>
          <p:nvPr/>
        </p:nvCxnSpPr>
        <p:spPr>
          <a:xfrm>
            <a:off x="0" y="708956"/>
            <a:ext cx="12192000" cy="0"/>
          </a:xfrm>
          <a:prstGeom prst="straightConnector1">
            <a:avLst/>
          </a:prstGeom>
          <a:noFill/>
          <a:ln cap="rnd" cmpd="sng" w="9525">
            <a:solidFill>
              <a:schemeClr val="accent3"/>
            </a:solidFill>
            <a:prstDash val="dash"/>
            <a:miter lim="8000"/>
            <a:headEnd len="sm" w="sm" type="none"/>
            <a:tailEnd len="sm" w="sm" type="none"/>
          </a:ln>
        </p:spPr>
      </p:cxnSp>
      <p:cxnSp>
        <p:nvCxnSpPr>
          <p:cNvPr id="27" name="Google Shape;27;p12"/>
          <p:cNvCxnSpPr/>
          <p:nvPr/>
        </p:nvCxnSpPr>
        <p:spPr>
          <a:xfrm rot="10800000">
            <a:off x="694828"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28" name="Google Shape;28;p12"/>
          <p:cNvCxnSpPr/>
          <p:nvPr/>
        </p:nvCxnSpPr>
        <p:spPr>
          <a:xfrm>
            <a:off x="0" y="616429"/>
            <a:ext cx="12192000" cy="0"/>
          </a:xfrm>
          <a:prstGeom prst="straightConnector1">
            <a:avLst/>
          </a:prstGeom>
          <a:noFill/>
          <a:ln cap="rnd" cmpd="sng" w="9525">
            <a:solidFill>
              <a:schemeClr val="accent3"/>
            </a:solidFill>
            <a:prstDash val="dash"/>
            <a:miter lim="8000"/>
            <a:headEnd len="sm" w="sm" type="none"/>
            <a:tailEnd len="sm" w="sm" type="none"/>
          </a:ln>
        </p:spPr>
      </p:cxnSp>
      <p:cxnSp>
        <p:nvCxnSpPr>
          <p:cNvPr id="29" name="Google Shape;29;p12"/>
          <p:cNvCxnSpPr/>
          <p:nvPr/>
        </p:nvCxnSpPr>
        <p:spPr>
          <a:xfrm>
            <a:off x="0" y="6279680"/>
            <a:ext cx="12192000" cy="0"/>
          </a:xfrm>
          <a:prstGeom prst="straightConnector1">
            <a:avLst/>
          </a:prstGeom>
          <a:noFill/>
          <a:ln cap="rnd" cmpd="sng" w="9525">
            <a:solidFill>
              <a:schemeClr val="accent3"/>
            </a:solidFill>
            <a:prstDash val="dash"/>
            <a:miter lim="8000"/>
            <a:headEnd len="sm" w="sm" type="none"/>
            <a:tailEnd len="sm" w="sm" type="none"/>
          </a:ln>
        </p:spPr>
      </p:cxnSp>
      <p:cxnSp>
        <p:nvCxnSpPr>
          <p:cNvPr id="30" name="Google Shape;30;p12"/>
          <p:cNvCxnSpPr/>
          <p:nvPr/>
        </p:nvCxnSpPr>
        <p:spPr>
          <a:xfrm rot="10800000">
            <a:off x="11605041"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31" name="Google Shape;31;p12"/>
          <p:cNvCxnSpPr/>
          <p:nvPr/>
        </p:nvCxnSpPr>
        <p:spPr>
          <a:xfrm rot="10800000">
            <a:off x="586958" y="0"/>
            <a:ext cx="0" cy="6858000"/>
          </a:xfrm>
          <a:prstGeom prst="straightConnector1">
            <a:avLst/>
          </a:prstGeom>
          <a:noFill/>
          <a:ln cap="rnd" cmpd="sng" w="9525">
            <a:solidFill>
              <a:schemeClr val="accent3"/>
            </a:solidFill>
            <a:prstDash val="dash"/>
            <a:miter lim="8000"/>
            <a:headEnd len="sm" w="sm" type="none"/>
            <a:tailEnd len="sm" w="sm" type="none"/>
          </a:ln>
        </p:spPr>
      </p:cxnSp>
      <p:sp>
        <p:nvSpPr>
          <p:cNvPr id="32" name="Google Shape;32;p12"/>
          <p:cNvSpPr txBox="1"/>
          <p:nvPr>
            <p:ph type="title"/>
          </p:nvPr>
        </p:nvSpPr>
        <p:spPr>
          <a:xfrm>
            <a:off x="1828932" y="1115167"/>
            <a:ext cx="8534136" cy="4655385"/>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2"/>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3" name="Shape 33"/>
        <p:cNvGrpSpPr/>
        <p:nvPr/>
      </p:nvGrpSpPr>
      <p:grpSpPr>
        <a:xfrm>
          <a:off x="0" y="0"/>
          <a:ext cx="0" cy="0"/>
          <a:chOff x="0" y="0"/>
          <a:chExt cx="0" cy="0"/>
        </a:xfrm>
      </p:grpSpPr>
      <p:sp>
        <p:nvSpPr>
          <p:cNvPr id="34" name="Google Shape;34;p13"/>
          <p:cNvSpPr/>
          <p:nvPr/>
        </p:nvSpPr>
        <p:spPr>
          <a:xfrm>
            <a:off x="3048" y="2138289"/>
            <a:ext cx="12188952" cy="4033912"/>
          </a:xfrm>
          <a:prstGeom prst="rect">
            <a:avLst/>
          </a:prstGeom>
          <a:solidFill>
            <a:schemeClr val="accent3">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 name="Google Shape;35;p13"/>
          <p:cNvSpPr/>
          <p:nvPr/>
        </p:nvSpPr>
        <p:spPr>
          <a:xfrm>
            <a:off x="6962087" y="2143124"/>
            <a:ext cx="5226865" cy="4033839"/>
          </a:xfrm>
          <a:prstGeom prst="rect">
            <a:avLst/>
          </a:prstGeom>
          <a:noFill/>
          <a:ln>
            <a:noFill/>
          </a:ln>
        </p:spPr>
      </p:sp>
      <p:sp>
        <p:nvSpPr>
          <p:cNvPr id="36" name="Google Shape;36;p13"/>
          <p:cNvSpPr txBox="1"/>
          <p:nvPr>
            <p:ph type="title"/>
          </p:nvPr>
        </p:nvSpPr>
        <p:spPr>
          <a:xfrm>
            <a:off x="422177" y="365125"/>
            <a:ext cx="10778937"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3"/>
          <p:cNvSpPr txBox="1"/>
          <p:nvPr>
            <p:ph idx="1" type="body"/>
          </p:nvPr>
        </p:nvSpPr>
        <p:spPr>
          <a:xfrm>
            <a:off x="422899" y="2350108"/>
            <a:ext cx="10778221" cy="3609461"/>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000"/>
              </a:spcBef>
              <a:spcAft>
                <a:spcPts val="0"/>
              </a:spcAft>
              <a:buSzPts val="2400"/>
              <a:buNone/>
              <a:defRPr sz="2400"/>
            </a:lvl1pPr>
            <a:lvl2pPr indent="-381000" lvl="1" marL="914400" algn="l">
              <a:lnSpc>
                <a:spcPct val="110000"/>
              </a:lnSpc>
              <a:spcBef>
                <a:spcPts val="500"/>
              </a:spcBef>
              <a:spcAft>
                <a:spcPts val="0"/>
              </a:spcAft>
              <a:buSzPts val="2400"/>
              <a:buChar char="⬩"/>
              <a:defRPr sz="2400"/>
            </a:lvl2pPr>
            <a:lvl3pPr indent="-381000" lvl="2" marL="1371600" algn="l">
              <a:lnSpc>
                <a:spcPct val="110000"/>
              </a:lnSpc>
              <a:spcBef>
                <a:spcPts val="500"/>
              </a:spcBef>
              <a:spcAft>
                <a:spcPts val="0"/>
              </a:spcAft>
              <a:buSzPts val="2400"/>
              <a:buChar char="⬩"/>
              <a:defRPr sz="2400"/>
            </a:lvl3pPr>
            <a:lvl4pPr indent="-381000" lvl="3" marL="1828800" algn="l">
              <a:lnSpc>
                <a:spcPct val="110000"/>
              </a:lnSpc>
              <a:spcBef>
                <a:spcPts val="500"/>
              </a:spcBef>
              <a:spcAft>
                <a:spcPts val="0"/>
              </a:spcAft>
              <a:buSzPts val="2400"/>
              <a:buChar char="⬩"/>
              <a:defRPr sz="2400"/>
            </a:lvl4pPr>
            <a:lvl5pPr indent="-355600" lvl="4" marL="2286000" algn="l">
              <a:lnSpc>
                <a:spcPct val="110000"/>
              </a:lnSpc>
              <a:spcBef>
                <a:spcPts val="500"/>
              </a:spcBef>
              <a:spcAft>
                <a:spcPts val="0"/>
              </a:spcAft>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8" name="Google Shape;38;p13"/>
          <p:cNvCxnSpPr/>
          <p:nvPr/>
        </p:nvCxnSpPr>
        <p:spPr>
          <a:xfrm rot="10800000">
            <a:off x="11496184" y="5610"/>
            <a:ext cx="0" cy="6858000"/>
          </a:xfrm>
          <a:prstGeom prst="straightConnector1">
            <a:avLst/>
          </a:prstGeom>
          <a:noFill/>
          <a:ln cap="rnd" cmpd="sng" w="9525">
            <a:solidFill>
              <a:schemeClr val="accent3"/>
            </a:solidFill>
            <a:prstDash val="dash"/>
            <a:miter lim="8000"/>
            <a:headEnd len="sm" w="sm" type="none"/>
            <a:tailEnd len="sm" w="sm" type="none"/>
          </a:ln>
        </p:spPr>
      </p:cxnSp>
      <p:sp>
        <p:nvSpPr>
          <p:cNvPr id="39" name="Google Shape;39;p13"/>
          <p:cNvSpPr txBox="1"/>
          <p:nvPr>
            <p:ph idx="12" type="sldNum"/>
          </p:nvPr>
        </p:nvSpPr>
        <p:spPr>
          <a:xfrm>
            <a:off x="11503152" y="0"/>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dk2"/>
                </a:solidFill>
                <a:latin typeface="Arial"/>
                <a:ea typeface="Arial"/>
                <a:cs typeface="Arial"/>
                <a:sym typeface="Arial"/>
              </a:defRPr>
            </a:lvl1pPr>
            <a:lvl2pPr indent="0" lvl="1" marL="0" algn="ctr">
              <a:spcBef>
                <a:spcPts val="0"/>
              </a:spcBef>
              <a:buNone/>
              <a:defRPr sz="1200">
                <a:solidFill>
                  <a:schemeClr val="dk2"/>
                </a:solidFill>
                <a:latin typeface="Arial"/>
                <a:ea typeface="Arial"/>
                <a:cs typeface="Arial"/>
                <a:sym typeface="Arial"/>
              </a:defRPr>
            </a:lvl2pPr>
            <a:lvl3pPr indent="0" lvl="2" marL="0" algn="ctr">
              <a:spcBef>
                <a:spcPts val="0"/>
              </a:spcBef>
              <a:buNone/>
              <a:defRPr sz="1200">
                <a:solidFill>
                  <a:schemeClr val="dk2"/>
                </a:solidFill>
                <a:latin typeface="Arial"/>
                <a:ea typeface="Arial"/>
                <a:cs typeface="Arial"/>
                <a:sym typeface="Arial"/>
              </a:defRPr>
            </a:lvl3pPr>
            <a:lvl4pPr indent="0" lvl="3" marL="0" algn="ctr">
              <a:spcBef>
                <a:spcPts val="0"/>
              </a:spcBef>
              <a:buNone/>
              <a:defRPr sz="1200">
                <a:solidFill>
                  <a:schemeClr val="dk2"/>
                </a:solidFill>
                <a:latin typeface="Arial"/>
                <a:ea typeface="Arial"/>
                <a:cs typeface="Arial"/>
                <a:sym typeface="Arial"/>
              </a:defRPr>
            </a:lvl4pPr>
            <a:lvl5pPr indent="0" lvl="4" marL="0" algn="ctr">
              <a:spcBef>
                <a:spcPts val="0"/>
              </a:spcBef>
              <a:buNone/>
              <a:defRPr sz="1200">
                <a:solidFill>
                  <a:schemeClr val="dk2"/>
                </a:solidFill>
                <a:latin typeface="Arial"/>
                <a:ea typeface="Arial"/>
                <a:cs typeface="Arial"/>
                <a:sym typeface="Arial"/>
              </a:defRPr>
            </a:lvl5pPr>
            <a:lvl6pPr indent="0" lvl="5" marL="0" algn="ctr">
              <a:spcBef>
                <a:spcPts val="0"/>
              </a:spcBef>
              <a:buNone/>
              <a:defRPr sz="1200">
                <a:solidFill>
                  <a:schemeClr val="dk2"/>
                </a:solidFill>
                <a:latin typeface="Arial"/>
                <a:ea typeface="Arial"/>
                <a:cs typeface="Arial"/>
                <a:sym typeface="Arial"/>
              </a:defRPr>
            </a:lvl6pPr>
            <a:lvl7pPr indent="0" lvl="6" marL="0" algn="ctr">
              <a:spcBef>
                <a:spcPts val="0"/>
              </a:spcBef>
              <a:buNone/>
              <a:defRPr sz="1200">
                <a:solidFill>
                  <a:schemeClr val="dk2"/>
                </a:solidFill>
                <a:latin typeface="Arial"/>
                <a:ea typeface="Arial"/>
                <a:cs typeface="Arial"/>
                <a:sym typeface="Arial"/>
              </a:defRPr>
            </a:lvl7pPr>
            <a:lvl8pPr indent="0" lvl="7" marL="0" algn="ctr">
              <a:spcBef>
                <a:spcPts val="0"/>
              </a:spcBef>
              <a:buNone/>
              <a:defRPr sz="1200">
                <a:solidFill>
                  <a:schemeClr val="dk2"/>
                </a:solidFill>
                <a:latin typeface="Arial"/>
                <a:ea typeface="Arial"/>
                <a:cs typeface="Arial"/>
                <a:sym typeface="Arial"/>
              </a:defRPr>
            </a:lvl8pPr>
            <a:lvl9pPr indent="0" lvl="8" marL="0" algn="ctr">
              <a:spcBef>
                <a:spcPts val="0"/>
              </a:spcBef>
              <a:buNone/>
              <a:defRPr sz="1200">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IN"/>
              <a:t>‹#›</a:t>
            </a:fld>
            <a:endParaRPr/>
          </a:p>
        </p:txBody>
      </p:sp>
      <p:cxnSp>
        <p:nvCxnSpPr>
          <p:cNvPr id="40" name="Google Shape;40;p13"/>
          <p:cNvCxnSpPr/>
          <p:nvPr/>
        </p:nvCxnSpPr>
        <p:spPr>
          <a:xfrm>
            <a:off x="0" y="2138288"/>
            <a:ext cx="12192000" cy="0"/>
          </a:xfrm>
          <a:prstGeom prst="straightConnector1">
            <a:avLst/>
          </a:prstGeom>
          <a:noFill/>
          <a:ln cap="rnd" cmpd="sng" w="9525">
            <a:solidFill>
              <a:schemeClr val="accent3"/>
            </a:solidFill>
            <a:prstDash val="dash"/>
            <a:miter lim="8000"/>
            <a:headEnd len="sm" w="sm" type="none"/>
            <a:tailEnd len="sm" w="sm" type="none"/>
          </a:ln>
        </p:spPr>
      </p:cxnSp>
      <p:cxnSp>
        <p:nvCxnSpPr>
          <p:cNvPr id="41" name="Google Shape;41;p13"/>
          <p:cNvCxnSpPr/>
          <p:nvPr/>
        </p:nvCxnSpPr>
        <p:spPr>
          <a:xfrm>
            <a:off x="0" y="2045761"/>
            <a:ext cx="12192000" cy="0"/>
          </a:xfrm>
          <a:prstGeom prst="straightConnector1">
            <a:avLst/>
          </a:prstGeom>
          <a:noFill/>
          <a:ln cap="rnd" cmpd="sng" w="9525">
            <a:solidFill>
              <a:schemeClr val="accent3"/>
            </a:solidFill>
            <a:prstDash val="dash"/>
            <a:miter lim="8000"/>
            <a:headEnd len="sm" w="sm" type="none"/>
            <a:tailEnd len="sm" w="sm" type="none"/>
          </a:ln>
        </p:spPr>
      </p:cxnSp>
      <p:cxnSp>
        <p:nvCxnSpPr>
          <p:cNvPr id="42" name="Google Shape;42;p13"/>
          <p:cNvCxnSpPr/>
          <p:nvPr/>
        </p:nvCxnSpPr>
        <p:spPr>
          <a:xfrm>
            <a:off x="0" y="6264727"/>
            <a:ext cx="12192000" cy="0"/>
          </a:xfrm>
          <a:prstGeom prst="straightConnector1">
            <a:avLst/>
          </a:prstGeom>
          <a:noFill/>
          <a:ln cap="rnd" cmpd="sng" w="9525">
            <a:solidFill>
              <a:schemeClr val="accent3"/>
            </a:solidFill>
            <a:prstDash val="dash"/>
            <a:miter lim="8000"/>
            <a:headEnd len="sm" w="sm" type="none"/>
            <a:tailEnd len="sm" w="sm" type="none"/>
          </a:ln>
        </p:spPr>
      </p:cxnSp>
      <p:cxnSp>
        <p:nvCxnSpPr>
          <p:cNvPr id="43" name="Google Shape;43;p13"/>
          <p:cNvCxnSpPr/>
          <p:nvPr/>
        </p:nvCxnSpPr>
        <p:spPr>
          <a:xfrm>
            <a:off x="0" y="6172200"/>
            <a:ext cx="12192000" cy="0"/>
          </a:xfrm>
          <a:prstGeom prst="straightConnector1">
            <a:avLst/>
          </a:prstGeom>
          <a:noFill/>
          <a:ln cap="rnd" cmpd="sng" w="9525">
            <a:solidFill>
              <a:schemeClr val="accent3"/>
            </a:solidFill>
            <a:prstDash val="dash"/>
            <a:miter lim="8000"/>
            <a:headEnd len="sm" w="sm" type="none"/>
            <a:tailEnd len="sm" w="sm" type="none"/>
          </a:ln>
        </p:spPr>
      </p:cxnSp>
    </p:spTree>
  </p:cSld>
  <p:clrMapOvr>
    <a:masterClrMapping/>
  </p:clrMapOvr>
  <p:extLst>
    <p:ext uri="{DCECCB84-F9BA-43D5-87BE-67443E8EF086}">
      <p15:sldGuideLst>
        <p15:guide id="1" orient="horz" pos="160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2">
  <p:cSld name="Section break 2">
    <p:spTree>
      <p:nvGrpSpPr>
        <p:cNvPr id="44" name="Shape 44"/>
        <p:cNvGrpSpPr/>
        <p:nvPr/>
      </p:nvGrpSpPr>
      <p:grpSpPr>
        <a:xfrm>
          <a:off x="0" y="0"/>
          <a:ext cx="0" cy="0"/>
          <a:chOff x="0" y="0"/>
          <a:chExt cx="0" cy="0"/>
        </a:xfrm>
      </p:grpSpPr>
      <p:sp>
        <p:nvSpPr>
          <p:cNvPr id="45" name="Google Shape;45;p14"/>
          <p:cNvSpPr txBox="1"/>
          <p:nvPr>
            <p:ph type="ctrTitle"/>
          </p:nvPr>
        </p:nvSpPr>
        <p:spPr>
          <a:xfrm>
            <a:off x="422897" y="576262"/>
            <a:ext cx="5646541" cy="529537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4"/>
          <p:cNvSpPr/>
          <p:nvPr>
            <p:ph idx="2" type="pic"/>
          </p:nvPr>
        </p:nvSpPr>
        <p:spPr>
          <a:xfrm>
            <a:off x="6483095" y="-1"/>
            <a:ext cx="5013087" cy="6857998"/>
          </a:xfrm>
          <a:prstGeom prst="rect">
            <a:avLst/>
          </a:prstGeom>
          <a:solidFill>
            <a:schemeClr val="accent3"/>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1">
  <p:cSld name="Introduction 1">
    <p:spTree>
      <p:nvGrpSpPr>
        <p:cNvPr id="47" name="Shape 47"/>
        <p:cNvGrpSpPr/>
        <p:nvPr/>
      </p:nvGrpSpPr>
      <p:grpSpPr>
        <a:xfrm>
          <a:off x="0" y="0"/>
          <a:ext cx="0" cy="0"/>
          <a:chOff x="0" y="0"/>
          <a:chExt cx="0" cy="0"/>
        </a:xfrm>
      </p:grpSpPr>
      <p:sp>
        <p:nvSpPr>
          <p:cNvPr id="48" name="Google Shape;48;p15"/>
          <p:cNvSpPr/>
          <p:nvPr/>
        </p:nvSpPr>
        <p:spPr>
          <a:xfrm>
            <a:off x="10744200" y="1"/>
            <a:ext cx="751984" cy="6857999"/>
          </a:xfrm>
          <a:prstGeom prst="rect">
            <a:avLst/>
          </a:prstGeom>
          <a:solidFill>
            <a:schemeClr val="accent3">
              <a:alpha val="25098"/>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 name="Google Shape;49;p15"/>
          <p:cNvSpPr/>
          <p:nvPr/>
        </p:nvSpPr>
        <p:spPr>
          <a:xfrm>
            <a:off x="10732660" y="-5609"/>
            <a:ext cx="763524" cy="6863608"/>
          </a:xfrm>
          <a:prstGeom prst="rect">
            <a:avLst/>
          </a:prstGeom>
          <a:noFill/>
          <a:ln>
            <a:noFill/>
          </a:ln>
        </p:spPr>
      </p:sp>
      <p:sp>
        <p:nvSpPr>
          <p:cNvPr id="50" name="Google Shape;50;p15"/>
          <p:cNvSpPr txBox="1"/>
          <p:nvPr>
            <p:ph type="title"/>
          </p:nvPr>
        </p:nvSpPr>
        <p:spPr>
          <a:xfrm>
            <a:off x="422178" y="365125"/>
            <a:ext cx="9733538"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 type="body"/>
          </p:nvPr>
        </p:nvSpPr>
        <p:spPr>
          <a:xfrm>
            <a:off x="419106" y="2198915"/>
            <a:ext cx="9741183" cy="334531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sz="1800"/>
            </a:lvl1pPr>
            <a:lvl2pPr indent="-342900" lvl="1" marL="914400" algn="l">
              <a:lnSpc>
                <a:spcPct val="110000"/>
              </a:lnSpc>
              <a:spcBef>
                <a:spcPts val="500"/>
              </a:spcBef>
              <a:spcAft>
                <a:spcPts val="0"/>
              </a:spcAft>
              <a:buSzPts val="1800"/>
              <a:buChar char="⬩"/>
              <a:defRPr sz="1800"/>
            </a:lvl2pPr>
            <a:lvl3pPr indent="-342900" lvl="2" marL="1371600" algn="l">
              <a:lnSpc>
                <a:spcPct val="110000"/>
              </a:lnSpc>
              <a:spcBef>
                <a:spcPts val="500"/>
              </a:spcBef>
              <a:spcAft>
                <a:spcPts val="0"/>
              </a:spcAft>
              <a:buSzPts val="1800"/>
              <a:buChar char="⬩"/>
              <a:defRPr sz="1800"/>
            </a:lvl3pPr>
            <a:lvl4pPr indent="-342900" lvl="3" marL="1828800" algn="l">
              <a:lnSpc>
                <a:spcPct val="110000"/>
              </a:lnSpc>
              <a:spcBef>
                <a:spcPts val="500"/>
              </a:spcBef>
              <a:spcAft>
                <a:spcPts val="0"/>
              </a:spcAft>
              <a:buSzPts val="1800"/>
              <a:buChar char="⬩"/>
              <a:defRPr sz="1800"/>
            </a:lvl4pPr>
            <a:lvl5pPr indent="-342900" lvl="4" marL="2286000" algn="l">
              <a:lnSpc>
                <a:spcPct val="110000"/>
              </a:lnSpc>
              <a:spcBef>
                <a:spcPts val="5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2" name="Google Shape;52;p15"/>
          <p:cNvCxnSpPr/>
          <p:nvPr/>
        </p:nvCxnSpPr>
        <p:spPr>
          <a:xfrm rot="10800000">
            <a:off x="11496184" y="561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53" name="Google Shape;53;p15"/>
          <p:cNvCxnSpPr/>
          <p:nvPr/>
        </p:nvCxnSpPr>
        <p:spPr>
          <a:xfrm>
            <a:off x="1524" y="6172200"/>
            <a:ext cx="12192000" cy="0"/>
          </a:xfrm>
          <a:prstGeom prst="straightConnector1">
            <a:avLst/>
          </a:prstGeom>
          <a:noFill/>
          <a:ln cap="rnd" cmpd="sng" w="9525">
            <a:solidFill>
              <a:schemeClr val="accent3"/>
            </a:solidFill>
            <a:prstDash val="dash"/>
            <a:miter lim="8000"/>
            <a:headEnd len="sm" w="sm" type="none"/>
            <a:tailEnd len="sm" w="sm" type="none"/>
          </a:ln>
        </p:spPr>
      </p:cxnSp>
      <p:sp>
        <p:nvSpPr>
          <p:cNvPr id="54" name="Google Shape;54;p15"/>
          <p:cNvSpPr txBox="1"/>
          <p:nvPr>
            <p:ph idx="12" type="sldNum"/>
          </p:nvPr>
        </p:nvSpPr>
        <p:spPr>
          <a:xfrm>
            <a:off x="11503152" y="0"/>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dk2"/>
                </a:solidFill>
                <a:latin typeface="Arial"/>
                <a:ea typeface="Arial"/>
                <a:cs typeface="Arial"/>
                <a:sym typeface="Arial"/>
              </a:defRPr>
            </a:lvl1pPr>
            <a:lvl2pPr indent="0" lvl="1" marL="0" algn="ctr">
              <a:spcBef>
                <a:spcPts val="0"/>
              </a:spcBef>
              <a:buNone/>
              <a:defRPr sz="1200">
                <a:solidFill>
                  <a:schemeClr val="dk2"/>
                </a:solidFill>
                <a:latin typeface="Arial"/>
                <a:ea typeface="Arial"/>
                <a:cs typeface="Arial"/>
                <a:sym typeface="Arial"/>
              </a:defRPr>
            </a:lvl2pPr>
            <a:lvl3pPr indent="0" lvl="2" marL="0" algn="ctr">
              <a:spcBef>
                <a:spcPts val="0"/>
              </a:spcBef>
              <a:buNone/>
              <a:defRPr sz="1200">
                <a:solidFill>
                  <a:schemeClr val="dk2"/>
                </a:solidFill>
                <a:latin typeface="Arial"/>
                <a:ea typeface="Arial"/>
                <a:cs typeface="Arial"/>
                <a:sym typeface="Arial"/>
              </a:defRPr>
            </a:lvl3pPr>
            <a:lvl4pPr indent="0" lvl="3" marL="0" algn="ctr">
              <a:spcBef>
                <a:spcPts val="0"/>
              </a:spcBef>
              <a:buNone/>
              <a:defRPr sz="1200">
                <a:solidFill>
                  <a:schemeClr val="dk2"/>
                </a:solidFill>
                <a:latin typeface="Arial"/>
                <a:ea typeface="Arial"/>
                <a:cs typeface="Arial"/>
                <a:sym typeface="Arial"/>
              </a:defRPr>
            </a:lvl4pPr>
            <a:lvl5pPr indent="0" lvl="4" marL="0" algn="ctr">
              <a:spcBef>
                <a:spcPts val="0"/>
              </a:spcBef>
              <a:buNone/>
              <a:defRPr sz="1200">
                <a:solidFill>
                  <a:schemeClr val="dk2"/>
                </a:solidFill>
                <a:latin typeface="Arial"/>
                <a:ea typeface="Arial"/>
                <a:cs typeface="Arial"/>
                <a:sym typeface="Arial"/>
              </a:defRPr>
            </a:lvl5pPr>
            <a:lvl6pPr indent="0" lvl="5" marL="0" algn="ctr">
              <a:spcBef>
                <a:spcPts val="0"/>
              </a:spcBef>
              <a:buNone/>
              <a:defRPr sz="1200">
                <a:solidFill>
                  <a:schemeClr val="dk2"/>
                </a:solidFill>
                <a:latin typeface="Arial"/>
                <a:ea typeface="Arial"/>
                <a:cs typeface="Arial"/>
                <a:sym typeface="Arial"/>
              </a:defRPr>
            </a:lvl6pPr>
            <a:lvl7pPr indent="0" lvl="6" marL="0" algn="ctr">
              <a:spcBef>
                <a:spcPts val="0"/>
              </a:spcBef>
              <a:buNone/>
              <a:defRPr sz="1200">
                <a:solidFill>
                  <a:schemeClr val="dk2"/>
                </a:solidFill>
                <a:latin typeface="Arial"/>
                <a:ea typeface="Arial"/>
                <a:cs typeface="Arial"/>
                <a:sym typeface="Arial"/>
              </a:defRPr>
            </a:lvl7pPr>
            <a:lvl8pPr indent="0" lvl="7" marL="0" algn="ctr">
              <a:spcBef>
                <a:spcPts val="0"/>
              </a:spcBef>
              <a:buNone/>
              <a:defRPr sz="1200">
                <a:solidFill>
                  <a:schemeClr val="dk2"/>
                </a:solidFill>
                <a:latin typeface="Arial"/>
                <a:ea typeface="Arial"/>
                <a:cs typeface="Arial"/>
                <a:sym typeface="Arial"/>
              </a:defRPr>
            </a:lvl8pPr>
            <a:lvl9pPr indent="0" lvl="8" marL="0" algn="ctr">
              <a:spcBef>
                <a:spcPts val="0"/>
              </a:spcBef>
              <a:buNone/>
              <a:defRPr sz="1200">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IN"/>
              <a:t>‹#›</a:t>
            </a:fld>
            <a:endParaRPr/>
          </a:p>
        </p:txBody>
      </p:sp>
      <p:cxnSp>
        <p:nvCxnSpPr>
          <p:cNvPr id="55" name="Google Shape;55;p15"/>
          <p:cNvCxnSpPr/>
          <p:nvPr/>
        </p:nvCxnSpPr>
        <p:spPr>
          <a:xfrm rot="10800000">
            <a:off x="11605041"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56" name="Google Shape;56;p15"/>
          <p:cNvCxnSpPr/>
          <p:nvPr/>
        </p:nvCxnSpPr>
        <p:spPr>
          <a:xfrm rot="10800000">
            <a:off x="10744200"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57" name="Google Shape;57;p15"/>
          <p:cNvCxnSpPr/>
          <p:nvPr/>
        </p:nvCxnSpPr>
        <p:spPr>
          <a:xfrm rot="10800000">
            <a:off x="10630770"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58" name="Google Shape;58;p15"/>
          <p:cNvCxnSpPr/>
          <p:nvPr/>
        </p:nvCxnSpPr>
        <p:spPr>
          <a:xfrm>
            <a:off x="0" y="6052457"/>
            <a:ext cx="12192000" cy="0"/>
          </a:xfrm>
          <a:prstGeom prst="straightConnector1">
            <a:avLst/>
          </a:prstGeom>
          <a:noFill/>
          <a:ln cap="rnd" cmpd="sng" w="9525">
            <a:solidFill>
              <a:schemeClr val="accent3"/>
            </a:solidFill>
            <a:prstDash val="dash"/>
            <a:miter lim="8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3">
  <p:cSld name="Section break 3">
    <p:spTree>
      <p:nvGrpSpPr>
        <p:cNvPr id="59" name="Shape 59"/>
        <p:cNvGrpSpPr/>
        <p:nvPr/>
      </p:nvGrpSpPr>
      <p:grpSpPr>
        <a:xfrm>
          <a:off x="0" y="0"/>
          <a:ext cx="0" cy="0"/>
          <a:chOff x="0" y="0"/>
          <a:chExt cx="0" cy="0"/>
        </a:xfrm>
      </p:grpSpPr>
      <p:sp>
        <p:nvSpPr>
          <p:cNvPr id="60" name="Google Shape;60;p16"/>
          <p:cNvSpPr txBox="1"/>
          <p:nvPr>
            <p:ph type="ctrTitle"/>
          </p:nvPr>
        </p:nvSpPr>
        <p:spPr>
          <a:xfrm>
            <a:off x="422897" y="576263"/>
            <a:ext cx="5646541" cy="330449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6"/>
          <p:cNvSpPr txBox="1"/>
          <p:nvPr>
            <p:ph idx="1" type="body"/>
          </p:nvPr>
        </p:nvSpPr>
        <p:spPr>
          <a:xfrm>
            <a:off x="422275" y="4148138"/>
            <a:ext cx="5673726" cy="152876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400"/>
              <a:buNone/>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6"/>
          <p:cNvSpPr/>
          <p:nvPr>
            <p:ph idx="2" type="pic"/>
          </p:nvPr>
        </p:nvSpPr>
        <p:spPr>
          <a:xfrm>
            <a:off x="6483095" y="-1"/>
            <a:ext cx="5013087" cy="6857998"/>
          </a:xfrm>
          <a:prstGeom prst="rect">
            <a:avLst/>
          </a:prstGeom>
          <a:solidFill>
            <a:schemeClr val="accent3"/>
          </a:solidFill>
          <a:ln>
            <a:noFill/>
          </a:ln>
        </p:spPr>
      </p:sp>
      <p:sp>
        <p:nvSpPr>
          <p:cNvPr id="63" name="Google Shape;63;p16"/>
          <p:cNvSpPr/>
          <p:nvPr/>
        </p:nvSpPr>
        <p:spPr>
          <a:xfrm rot="10800000">
            <a:off x="11504656" y="2020824"/>
            <a:ext cx="687343" cy="1896697"/>
          </a:xfrm>
          <a:prstGeom prst="rect">
            <a:avLst/>
          </a:prstGeom>
          <a:solidFill>
            <a:schemeClr val="accent3">
              <a:alpha val="25098"/>
            </a:schemeClr>
          </a:solid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dk1"/>
              </a:buClr>
              <a:buSzPts val="3000"/>
              <a:buFont typeface="Arial"/>
              <a:buNone/>
            </a:pPr>
            <a:r>
              <a:t/>
            </a:r>
            <a:endParaRPr b="0" i="0" sz="3000" u="none" cap="none" strike="noStrike">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p:cSld name="Section break">
    <p:spTree>
      <p:nvGrpSpPr>
        <p:cNvPr id="64" name="Shape 64"/>
        <p:cNvGrpSpPr/>
        <p:nvPr/>
      </p:nvGrpSpPr>
      <p:grpSpPr>
        <a:xfrm>
          <a:off x="0" y="0"/>
          <a:ext cx="0" cy="0"/>
          <a:chOff x="0" y="0"/>
          <a:chExt cx="0" cy="0"/>
        </a:xfrm>
      </p:grpSpPr>
      <p:sp>
        <p:nvSpPr>
          <p:cNvPr id="65" name="Google Shape;65;p17"/>
          <p:cNvSpPr txBox="1"/>
          <p:nvPr>
            <p:ph type="ctrTitle"/>
          </p:nvPr>
        </p:nvSpPr>
        <p:spPr>
          <a:xfrm>
            <a:off x="422897" y="576263"/>
            <a:ext cx="5646541" cy="330449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7"/>
          <p:cNvSpPr/>
          <p:nvPr/>
        </p:nvSpPr>
        <p:spPr>
          <a:xfrm>
            <a:off x="6483096" y="1"/>
            <a:ext cx="5013088" cy="6857999"/>
          </a:xfrm>
          <a:prstGeom prst="rect">
            <a:avLst/>
          </a:prstGeom>
          <a:solidFill>
            <a:schemeClr val="accent3">
              <a:alpha val="25098"/>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7" name="Google Shape;67;p17"/>
          <p:cNvCxnSpPr/>
          <p:nvPr/>
        </p:nvCxnSpPr>
        <p:spPr>
          <a:xfrm rot="10800000">
            <a:off x="11605041"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68" name="Google Shape;68;p17"/>
          <p:cNvCxnSpPr/>
          <p:nvPr/>
        </p:nvCxnSpPr>
        <p:spPr>
          <a:xfrm rot="10800000">
            <a:off x="6483096"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69" name="Google Shape;69;p17"/>
          <p:cNvCxnSpPr/>
          <p:nvPr/>
        </p:nvCxnSpPr>
        <p:spPr>
          <a:xfrm rot="10800000">
            <a:off x="6363569" y="0"/>
            <a:ext cx="0" cy="6858000"/>
          </a:xfrm>
          <a:prstGeom prst="straightConnector1">
            <a:avLst/>
          </a:prstGeom>
          <a:noFill/>
          <a:ln cap="rnd" cmpd="sng" w="9525">
            <a:solidFill>
              <a:schemeClr val="accent3"/>
            </a:solidFill>
            <a:prstDash val="dash"/>
            <a:miter lim="8000"/>
            <a:headEnd len="sm" w="sm" type="none"/>
            <a:tailEnd len="sm" w="sm" type="none"/>
          </a:ln>
        </p:spPr>
      </p:cxnSp>
      <p:sp>
        <p:nvSpPr>
          <p:cNvPr id="70" name="Google Shape;70;p17"/>
          <p:cNvSpPr txBox="1"/>
          <p:nvPr>
            <p:ph idx="1" type="body"/>
          </p:nvPr>
        </p:nvSpPr>
        <p:spPr>
          <a:xfrm>
            <a:off x="422275" y="4148138"/>
            <a:ext cx="5673726" cy="152876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400"/>
              <a:buNone/>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7"/>
          <p:cNvSpPr/>
          <p:nvPr/>
        </p:nvSpPr>
        <p:spPr>
          <a:xfrm>
            <a:off x="6472427" y="0"/>
            <a:ext cx="5023757" cy="68580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2 with subtitles">
  <p:cSld name="Title and two Content 2 with subtitles">
    <p:spTree>
      <p:nvGrpSpPr>
        <p:cNvPr id="72" name="Shape 72"/>
        <p:cNvGrpSpPr/>
        <p:nvPr/>
      </p:nvGrpSpPr>
      <p:grpSpPr>
        <a:xfrm>
          <a:off x="0" y="0"/>
          <a:ext cx="0" cy="0"/>
          <a:chOff x="0" y="0"/>
          <a:chExt cx="0" cy="0"/>
        </a:xfrm>
      </p:grpSpPr>
      <p:sp>
        <p:nvSpPr>
          <p:cNvPr id="73" name="Google Shape;73;p18"/>
          <p:cNvSpPr txBox="1"/>
          <p:nvPr>
            <p:ph type="title"/>
          </p:nvPr>
        </p:nvSpPr>
        <p:spPr>
          <a:xfrm>
            <a:off x="420624" y="365125"/>
            <a:ext cx="10654936"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8"/>
          <p:cNvSpPr txBox="1"/>
          <p:nvPr>
            <p:ph idx="1" type="body"/>
          </p:nvPr>
        </p:nvSpPr>
        <p:spPr>
          <a:xfrm>
            <a:off x="7105342" y="2198914"/>
            <a:ext cx="3970218" cy="3445987"/>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sz="1800"/>
            </a:lvl1pPr>
            <a:lvl2pPr indent="-342900" lvl="1" marL="914400" algn="l">
              <a:lnSpc>
                <a:spcPct val="110000"/>
              </a:lnSpc>
              <a:spcBef>
                <a:spcPts val="500"/>
              </a:spcBef>
              <a:spcAft>
                <a:spcPts val="0"/>
              </a:spcAft>
              <a:buSzPts val="1800"/>
              <a:buChar char="⬩"/>
              <a:defRPr sz="1800"/>
            </a:lvl2pPr>
            <a:lvl3pPr indent="-317500" lvl="2" marL="1371600" algn="l">
              <a:lnSpc>
                <a:spcPct val="110000"/>
              </a:lnSpc>
              <a:spcBef>
                <a:spcPts val="500"/>
              </a:spcBef>
              <a:spcAft>
                <a:spcPts val="0"/>
              </a:spcAft>
              <a:buSzPts val="1400"/>
              <a:buChar char="⬩"/>
              <a:defRPr sz="1400"/>
            </a:lvl3pPr>
            <a:lvl4pPr indent="-304800" lvl="3" marL="1828800" algn="l">
              <a:lnSpc>
                <a:spcPct val="110000"/>
              </a:lnSpc>
              <a:spcBef>
                <a:spcPts val="500"/>
              </a:spcBef>
              <a:spcAft>
                <a:spcPts val="0"/>
              </a:spcAft>
              <a:buSzPts val="1200"/>
              <a:buChar char="⬩"/>
              <a:defRPr sz="1200"/>
            </a:lvl4pPr>
            <a:lvl5pPr indent="-298450" lvl="4" marL="2286000" algn="l">
              <a:lnSpc>
                <a:spcPct val="110000"/>
              </a:lnSpc>
              <a:spcBef>
                <a:spcPts val="500"/>
              </a:spcBef>
              <a:spcAft>
                <a:spcPts val="0"/>
              </a:spcAft>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8"/>
          <p:cNvSpPr txBox="1"/>
          <p:nvPr>
            <p:ph idx="12" type="sldNum"/>
          </p:nvPr>
        </p:nvSpPr>
        <p:spPr>
          <a:xfrm>
            <a:off x="11503152" y="0"/>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dk2"/>
                </a:solidFill>
                <a:latin typeface="Arial"/>
                <a:ea typeface="Arial"/>
                <a:cs typeface="Arial"/>
                <a:sym typeface="Arial"/>
              </a:defRPr>
            </a:lvl1pPr>
            <a:lvl2pPr indent="0" lvl="1" marL="0" algn="ctr">
              <a:spcBef>
                <a:spcPts val="0"/>
              </a:spcBef>
              <a:buNone/>
              <a:defRPr sz="1200">
                <a:solidFill>
                  <a:schemeClr val="dk2"/>
                </a:solidFill>
                <a:latin typeface="Arial"/>
                <a:ea typeface="Arial"/>
                <a:cs typeface="Arial"/>
                <a:sym typeface="Arial"/>
              </a:defRPr>
            </a:lvl2pPr>
            <a:lvl3pPr indent="0" lvl="2" marL="0" algn="ctr">
              <a:spcBef>
                <a:spcPts val="0"/>
              </a:spcBef>
              <a:buNone/>
              <a:defRPr sz="1200">
                <a:solidFill>
                  <a:schemeClr val="dk2"/>
                </a:solidFill>
                <a:latin typeface="Arial"/>
                <a:ea typeface="Arial"/>
                <a:cs typeface="Arial"/>
                <a:sym typeface="Arial"/>
              </a:defRPr>
            </a:lvl3pPr>
            <a:lvl4pPr indent="0" lvl="3" marL="0" algn="ctr">
              <a:spcBef>
                <a:spcPts val="0"/>
              </a:spcBef>
              <a:buNone/>
              <a:defRPr sz="1200">
                <a:solidFill>
                  <a:schemeClr val="dk2"/>
                </a:solidFill>
                <a:latin typeface="Arial"/>
                <a:ea typeface="Arial"/>
                <a:cs typeface="Arial"/>
                <a:sym typeface="Arial"/>
              </a:defRPr>
            </a:lvl4pPr>
            <a:lvl5pPr indent="0" lvl="4" marL="0" algn="ctr">
              <a:spcBef>
                <a:spcPts val="0"/>
              </a:spcBef>
              <a:buNone/>
              <a:defRPr sz="1200">
                <a:solidFill>
                  <a:schemeClr val="dk2"/>
                </a:solidFill>
                <a:latin typeface="Arial"/>
                <a:ea typeface="Arial"/>
                <a:cs typeface="Arial"/>
                <a:sym typeface="Arial"/>
              </a:defRPr>
            </a:lvl5pPr>
            <a:lvl6pPr indent="0" lvl="5" marL="0" algn="ctr">
              <a:spcBef>
                <a:spcPts val="0"/>
              </a:spcBef>
              <a:buNone/>
              <a:defRPr sz="1200">
                <a:solidFill>
                  <a:schemeClr val="dk2"/>
                </a:solidFill>
                <a:latin typeface="Arial"/>
                <a:ea typeface="Arial"/>
                <a:cs typeface="Arial"/>
                <a:sym typeface="Arial"/>
              </a:defRPr>
            </a:lvl6pPr>
            <a:lvl7pPr indent="0" lvl="6" marL="0" algn="ctr">
              <a:spcBef>
                <a:spcPts val="0"/>
              </a:spcBef>
              <a:buNone/>
              <a:defRPr sz="1200">
                <a:solidFill>
                  <a:schemeClr val="dk2"/>
                </a:solidFill>
                <a:latin typeface="Arial"/>
                <a:ea typeface="Arial"/>
                <a:cs typeface="Arial"/>
                <a:sym typeface="Arial"/>
              </a:defRPr>
            </a:lvl7pPr>
            <a:lvl8pPr indent="0" lvl="7" marL="0" algn="ctr">
              <a:spcBef>
                <a:spcPts val="0"/>
              </a:spcBef>
              <a:buNone/>
              <a:defRPr sz="1200">
                <a:solidFill>
                  <a:schemeClr val="dk2"/>
                </a:solidFill>
                <a:latin typeface="Arial"/>
                <a:ea typeface="Arial"/>
                <a:cs typeface="Arial"/>
                <a:sym typeface="Arial"/>
              </a:defRPr>
            </a:lvl8pPr>
            <a:lvl9pPr indent="0" lvl="8" marL="0" algn="ctr">
              <a:spcBef>
                <a:spcPts val="0"/>
              </a:spcBef>
              <a:buNone/>
              <a:defRPr sz="1200">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IN"/>
              <a:t>‹#›</a:t>
            </a:fld>
            <a:endParaRPr/>
          </a:p>
        </p:txBody>
      </p:sp>
      <p:sp>
        <p:nvSpPr>
          <p:cNvPr id="76" name="Google Shape;76;p18"/>
          <p:cNvSpPr/>
          <p:nvPr/>
        </p:nvSpPr>
        <p:spPr>
          <a:xfrm rot="10800000">
            <a:off x="11504656" y="2020824"/>
            <a:ext cx="687343" cy="1896697"/>
          </a:xfrm>
          <a:prstGeom prst="rect">
            <a:avLst/>
          </a:prstGeom>
          <a:solidFill>
            <a:schemeClr val="accent3">
              <a:alpha val="25098"/>
            </a:schemeClr>
          </a:solid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dk1"/>
              </a:buClr>
              <a:buSzPts val="3000"/>
              <a:buFont typeface="Arial"/>
              <a:buNone/>
            </a:pPr>
            <a:r>
              <a:t/>
            </a:r>
            <a:endParaRPr b="0" i="0" sz="3000" u="none" cap="none" strike="noStrike">
              <a:solidFill>
                <a:srgbClr val="000000"/>
              </a:solidFill>
              <a:latin typeface="Helvetica Neue"/>
              <a:ea typeface="Helvetica Neue"/>
              <a:cs typeface="Helvetica Neue"/>
              <a:sym typeface="Helvetica Neue"/>
            </a:endParaRPr>
          </a:p>
        </p:txBody>
      </p:sp>
      <p:sp>
        <p:nvSpPr>
          <p:cNvPr id="77" name="Google Shape;77;p18"/>
          <p:cNvSpPr txBox="1"/>
          <p:nvPr>
            <p:ph idx="2" type="body"/>
          </p:nvPr>
        </p:nvSpPr>
        <p:spPr>
          <a:xfrm>
            <a:off x="422178" y="2198914"/>
            <a:ext cx="6487908" cy="345592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sz="1800"/>
            </a:lvl1pPr>
            <a:lvl2pPr indent="-342900" lvl="1" marL="914400" algn="l">
              <a:lnSpc>
                <a:spcPct val="110000"/>
              </a:lnSpc>
              <a:spcBef>
                <a:spcPts val="1000"/>
              </a:spcBef>
              <a:spcAft>
                <a:spcPts val="0"/>
              </a:spcAft>
              <a:buSzPts val="1800"/>
              <a:buChar char="⬩"/>
              <a:defRPr sz="1800"/>
            </a:lvl2pPr>
            <a:lvl3pPr indent="-342900" lvl="2" marL="1371600" algn="l">
              <a:lnSpc>
                <a:spcPct val="110000"/>
              </a:lnSpc>
              <a:spcBef>
                <a:spcPts val="1000"/>
              </a:spcBef>
              <a:spcAft>
                <a:spcPts val="0"/>
              </a:spcAft>
              <a:buSzPts val="1800"/>
              <a:buChar char="⬩"/>
              <a:defRPr sz="1800"/>
            </a:lvl3pPr>
            <a:lvl4pPr indent="-342900" lvl="3" marL="1828800" algn="l">
              <a:lnSpc>
                <a:spcPct val="110000"/>
              </a:lnSpc>
              <a:spcBef>
                <a:spcPts val="1000"/>
              </a:spcBef>
              <a:spcAft>
                <a:spcPts val="0"/>
              </a:spcAft>
              <a:buSzPts val="1800"/>
              <a:buChar char="⬩"/>
              <a:defRPr sz="1800"/>
            </a:lvl4pPr>
            <a:lvl5pPr indent="-342900" lvl="4" marL="2286000" algn="l">
              <a:lnSpc>
                <a:spcPct val="110000"/>
              </a:lnSpc>
              <a:spcBef>
                <a:spcPts val="10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able">
  <p:cSld name="Title Content and Table">
    <p:spTree>
      <p:nvGrpSpPr>
        <p:cNvPr id="78" name="Shape 78"/>
        <p:cNvGrpSpPr/>
        <p:nvPr/>
      </p:nvGrpSpPr>
      <p:grpSpPr>
        <a:xfrm>
          <a:off x="0" y="0"/>
          <a:ext cx="0" cy="0"/>
          <a:chOff x="0" y="0"/>
          <a:chExt cx="0" cy="0"/>
        </a:xfrm>
      </p:grpSpPr>
      <p:sp>
        <p:nvSpPr>
          <p:cNvPr id="79" name="Google Shape;79;p19"/>
          <p:cNvSpPr txBox="1"/>
          <p:nvPr>
            <p:ph type="title"/>
          </p:nvPr>
        </p:nvSpPr>
        <p:spPr>
          <a:xfrm>
            <a:off x="420623" y="365760"/>
            <a:ext cx="11067089" cy="1325880"/>
          </a:xfrm>
          <a:prstGeom prst="rect">
            <a:avLst/>
          </a:prstGeom>
          <a:noFill/>
          <a:ln>
            <a:noFill/>
          </a:ln>
        </p:spPr>
        <p:txBody>
          <a:bodyPr anchorCtr="0" anchor="ctr" bIns="45700" lIns="91425" spcFirstLastPara="1" rIns="91425" wrap="square" tIns="45700">
            <a:normAutofit/>
          </a:bodyPr>
          <a:lstStyle>
            <a:lvl1pPr lvl="0" algn="l">
              <a:lnSpc>
                <a:spcPct val="63636"/>
              </a:lnSpc>
              <a:spcBef>
                <a:spcPts val="1000"/>
              </a:spcBef>
              <a:spcAft>
                <a:spcPts val="0"/>
              </a:spcAft>
              <a:buClr>
                <a:schemeClr val="dk2"/>
              </a:buClr>
              <a:buSzPts val="4400"/>
              <a:buFont typeface="Arial"/>
              <a:buNone/>
              <a:defRPr b="0" i="0"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9"/>
          <p:cNvSpPr/>
          <p:nvPr/>
        </p:nvSpPr>
        <p:spPr>
          <a:xfrm rot="10800000">
            <a:off x="11504656" y="2020824"/>
            <a:ext cx="687343" cy="1896697"/>
          </a:xfrm>
          <a:prstGeom prst="rect">
            <a:avLst/>
          </a:prstGeom>
          <a:solidFill>
            <a:schemeClr val="accent3">
              <a:alpha val="25098"/>
            </a:schemeClr>
          </a:solid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dk1"/>
              </a:buClr>
              <a:buSzPts val="3000"/>
              <a:buFont typeface="Arial"/>
              <a:buNone/>
            </a:pPr>
            <a:r>
              <a:t/>
            </a:r>
            <a:endParaRPr b="0" i="0" sz="3000" u="none" cap="none" strike="noStrike">
              <a:solidFill>
                <a:srgbClr val="000000"/>
              </a:solidFill>
              <a:latin typeface="Helvetica Neue"/>
              <a:ea typeface="Helvetica Neue"/>
              <a:cs typeface="Helvetica Neue"/>
              <a:sym typeface="Helvetica Neue"/>
            </a:endParaRPr>
          </a:p>
        </p:txBody>
      </p:sp>
      <p:sp>
        <p:nvSpPr>
          <p:cNvPr id="81" name="Google Shape;81;p19"/>
          <p:cNvSpPr txBox="1"/>
          <p:nvPr>
            <p:ph idx="1" type="body"/>
          </p:nvPr>
        </p:nvSpPr>
        <p:spPr>
          <a:xfrm>
            <a:off x="420624" y="2189377"/>
            <a:ext cx="3568990" cy="3517679"/>
          </a:xfrm>
          <a:prstGeom prst="rect">
            <a:avLst/>
          </a:prstGeom>
          <a:noFill/>
          <a:ln>
            <a:noFill/>
          </a:ln>
        </p:spPr>
        <p:txBody>
          <a:bodyPr anchorCtr="0" anchor="t" bIns="0" lIns="91425" spcFirstLastPara="1" rIns="91425" wrap="square" tIns="0">
            <a:normAutofit/>
          </a:bodyPr>
          <a:lstStyle>
            <a:lvl1pPr indent="-342900" lvl="0" marL="457200" algn="l">
              <a:lnSpc>
                <a:spcPct val="110000"/>
              </a:lnSpc>
              <a:spcBef>
                <a:spcPts val="1000"/>
              </a:spcBef>
              <a:spcAft>
                <a:spcPts val="0"/>
              </a:spcAft>
              <a:buSzPts val="1800"/>
              <a:buChar char="⬩"/>
              <a:defRPr sz="1800"/>
            </a:lvl1pPr>
            <a:lvl2pPr indent="-342900" lvl="1" marL="914400" algn="l">
              <a:lnSpc>
                <a:spcPct val="110000"/>
              </a:lnSpc>
              <a:spcBef>
                <a:spcPts val="500"/>
              </a:spcBef>
              <a:spcAft>
                <a:spcPts val="0"/>
              </a:spcAft>
              <a:buSzPts val="1800"/>
              <a:buChar char="⬩"/>
              <a:defRPr sz="1800"/>
            </a:lvl2pPr>
            <a:lvl3pPr indent="-342900" lvl="2" marL="1371600" algn="l">
              <a:lnSpc>
                <a:spcPct val="110000"/>
              </a:lnSpc>
              <a:spcBef>
                <a:spcPts val="500"/>
              </a:spcBef>
              <a:spcAft>
                <a:spcPts val="0"/>
              </a:spcAft>
              <a:buSzPts val="1800"/>
              <a:buChar char="⬩"/>
              <a:defRPr sz="1800"/>
            </a:lvl3pPr>
            <a:lvl4pPr indent="-342900" lvl="3" marL="1828800" algn="l">
              <a:lnSpc>
                <a:spcPct val="110000"/>
              </a:lnSpc>
              <a:spcBef>
                <a:spcPts val="500"/>
              </a:spcBef>
              <a:spcAft>
                <a:spcPts val="0"/>
              </a:spcAft>
              <a:buSzPts val="1800"/>
              <a:buChar char="⬩"/>
              <a:defRPr sz="1800"/>
            </a:lvl4pPr>
            <a:lvl5pPr indent="-342900" lvl="4" marL="2286000" algn="l">
              <a:lnSpc>
                <a:spcPct val="110000"/>
              </a:lnSpc>
              <a:spcBef>
                <a:spcPts val="5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9"/>
          <p:cNvSpPr txBox="1"/>
          <p:nvPr>
            <p:ph idx="12" type="sldNum"/>
          </p:nvPr>
        </p:nvSpPr>
        <p:spPr>
          <a:xfrm>
            <a:off x="11503152" y="0"/>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dk2"/>
                </a:solidFill>
                <a:latin typeface="Arial"/>
                <a:ea typeface="Arial"/>
                <a:cs typeface="Arial"/>
                <a:sym typeface="Arial"/>
              </a:defRPr>
            </a:lvl1pPr>
            <a:lvl2pPr indent="0" lvl="1" marL="0" algn="ctr">
              <a:spcBef>
                <a:spcPts val="0"/>
              </a:spcBef>
              <a:buNone/>
              <a:defRPr sz="1200">
                <a:solidFill>
                  <a:schemeClr val="dk2"/>
                </a:solidFill>
                <a:latin typeface="Arial"/>
                <a:ea typeface="Arial"/>
                <a:cs typeface="Arial"/>
                <a:sym typeface="Arial"/>
              </a:defRPr>
            </a:lvl2pPr>
            <a:lvl3pPr indent="0" lvl="2" marL="0" algn="ctr">
              <a:spcBef>
                <a:spcPts val="0"/>
              </a:spcBef>
              <a:buNone/>
              <a:defRPr sz="1200">
                <a:solidFill>
                  <a:schemeClr val="dk2"/>
                </a:solidFill>
                <a:latin typeface="Arial"/>
                <a:ea typeface="Arial"/>
                <a:cs typeface="Arial"/>
                <a:sym typeface="Arial"/>
              </a:defRPr>
            </a:lvl3pPr>
            <a:lvl4pPr indent="0" lvl="3" marL="0" algn="ctr">
              <a:spcBef>
                <a:spcPts val="0"/>
              </a:spcBef>
              <a:buNone/>
              <a:defRPr sz="1200">
                <a:solidFill>
                  <a:schemeClr val="dk2"/>
                </a:solidFill>
                <a:latin typeface="Arial"/>
                <a:ea typeface="Arial"/>
                <a:cs typeface="Arial"/>
                <a:sym typeface="Arial"/>
              </a:defRPr>
            </a:lvl4pPr>
            <a:lvl5pPr indent="0" lvl="4" marL="0" algn="ctr">
              <a:spcBef>
                <a:spcPts val="0"/>
              </a:spcBef>
              <a:buNone/>
              <a:defRPr sz="1200">
                <a:solidFill>
                  <a:schemeClr val="dk2"/>
                </a:solidFill>
                <a:latin typeface="Arial"/>
                <a:ea typeface="Arial"/>
                <a:cs typeface="Arial"/>
                <a:sym typeface="Arial"/>
              </a:defRPr>
            </a:lvl5pPr>
            <a:lvl6pPr indent="0" lvl="5" marL="0" algn="ctr">
              <a:spcBef>
                <a:spcPts val="0"/>
              </a:spcBef>
              <a:buNone/>
              <a:defRPr sz="1200">
                <a:solidFill>
                  <a:schemeClr val="dk2"/>
                </a:solidFill>
                <a:latin typeface="Arial"/>
                <a:ea typeface="Arial"/>
                <a:cs typeface="Arial"/>
                <a:sym typeface="Arial"/>
              </a:defRPr>
            </a:lvl6pPr>
            <a:lvl7pPr indent="0" lvl="6" marL="0" algn="ctr">
              <a:spcBef>
                <a:spcPts val="0"/>
              </a:spcBef>
              <a:buNone/>
              <a:defRPr sz="1200">
                <a:solidFill>
                  <a:schemeClr val="dk2"/>
                </a:solidFill>
                <a:latin typeface="Arial"/>
                <a:ea typeface="Arial"/>
                <a:cs typeface="Arial"/>
                <a:sym typeface="Arial"/>
              </a:defRPr>
            </a:lvl7pPr>
            <a:lvl8pPr indent="0" lvl="7" marL="0" algn="ctr">
              <a:spcBef>
                <a:spcPts val="0"/>
              </a:spcBef>
              <a:buNone/>
              <a:defRPr sz="1200">
                <a:solidFill>
                  <a:schemeClr val="dk2"/>
                </a:solidFill>
                <a:latin typeface="Arial"/>
                <a:ea typeface="Arial"/>
                <a:cs typeface="Arial"/>
                <a:sym typeface="Arial"/>
              </a:defRPr>
            </a:lvl8pPr>
            <a:lvl9pPr indent="0" lvl="8" marL="0" algn="ctr">
              <a:spcBef>
                <a:spcPts val="0"/>
              </a:spcBef>
              <a:buNone/>
              <a:defRPr sz="1200">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spTree>
      <p:nvGrpSpPr>
        <p:cNvPr id="83" name="Shape 83"/>
        <p:cNvGrpSpPr/>
        <p:nvPr/>
      </p:nvGrpSpPr>
      <p:grpSpPr>
        <a:xfrm>
          <a:off x="0" y="0"/>
          <a:ext cx="0" cy="0"/>
          <a:chOff x="0" y="0"/>
          <a:chExt cx="0" cy="0"/>
        </a:xfrm>
      </p:grpSpPr>
      <p:sp>
        <p:nvSpPr>
          <p:cNvPr id="84" name="Google Shape;84;p20"/>
          <p:cNvSpPr txBox="1"/>
          <p:nvPr>
            <p:ph type="title"/>
          </p:nvPr>
        </p:nvSpPr>
        <p:spPr>
          <a:xfrm>
            <a:off x="422897" y="539496"/>
            <a:ext cx="5228393" cy="269719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0"/>
          <p:cNvSpPr txBox="1"/>
          <p:nvPr>
            <p:ph idx="1" type="body"/>
          </p:nvPr>
        </p:nvSpPr>
        <p:spPr>
          <a:xfrm>
            <a:off x="422897" y="3354749"/>
            <a:ext cx="5228392" cy="2582470"/>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1000"/>
              </a:spcBef>
              <a:spcAft>
                <a:spcPts val="0"/>
              </a:spcAft>
              <a:buSzPts val="1800"/>
              <a:buNone/>
              <a:defRPr sz="1800"/>
            </a:lvl1pPr>
            <a:lvl2pPr indent="-342900" lvl="1" marL="914400" algn="l">
              <a:lnSpc>
                <a:spcPct val="110000"/>
              </a:lnSpc>
              <a:spcBef>
                <a:spcPts val="500"/>
              </a:spcBef>
              <a:spcAft>
                <a:spcPts val="0"/>
              </a:spcAft>
              <a:buSzPts val="1800"/>
              <a:buChar char="⬩"/>
              <a:defRPr sz="1800"/>
            </a:lvl2pPr>
            <a:lvl3pPr indent="-342900" lvl="2" marL="1371600" algn="l">
              <a:lnSpc>
                <a:spcPct val="110000"/>
              </a:lnSpc>
              <a:spcBef>
                <a:spcPts val="500"/>
              </a:spcBef>
              <a:spcAft>
                <a:spcPts val="0"/>
              </a:spcAft>
              <a:buSzPts val="1800"/>
              <a:buChar char="⬩"/>
              <a:defRPr sz="1800"/>
            </a:lvl3pPr>
            <a:lvl4pPr indent="-342900" lvl="3" marL="1828800" algn="l">
              <a:lnSpc>
                <a:spcPct val="110000"/>
              </a:lnSpc>
              <a:spcBef>
                <a:spcPts val="500"/>
              </a:spcBef>
              <a:spcAft>
                <a:spcPts val="0"/>
              </a:spcAft>
              <a:buSzPts val="1800"/>
              <a:buChar char="⬩"/>
              <a:defRPr sz="1800"/>
            </a:lvl4pPr>
            <a:lvl5pPr indent="-342900" lvl="4" marL="2286000" algn="l">
              <a:lnSpc>
                <a:spcPct val="110000"/>
              </a:lnSpc>
              <a:spcBef>
                <a:spcPts val="5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86" name="Google Shape;86;p20"/>
          <p:cNvCxnSpPr/>
          <p:nvPr/>
        </p:nvCxnSpPr>
        <p:spPr>
          <a:xfrm>
            <a:off x="1524" y="6172200"/>
            <a:ext cx="12192000" cy="0"/>
          </a:xfrm>
          <a:prstGeom prst="straightConnector1">
            <a:avLst/>
          </a:prstGeom>
          <a:noFill/>
          <a:ln cap="rnd" cmpd="sng" w="9525">
            <a:solidFill>
              <a:schemeClr val="accent3"/>
            </a:solidFill>
            <a:prstDash val="dash"/>
            <a:miter lim="8000"/>
            <a:headEnd len="sm" w="sm" type="none"/>
            <a:tailEnd len="sm" w="sm" type="none"/>
          </a:ln>
        </p:spPr>
      </p:cxnSp>
      <p:cxnSp>
        <p:nvCxnSpPr>
          <p:cNvPr id="87" name="Google Shape;87;p20"/>
          <p:cNvCxnSpPr/>
          <p:nvPr/>
        </p:nvCxnSpPr>
        <p:spPr>
          <a:xfrm rot="10800000">
            <a:off x="11496184" y="5610"/>
            <a:ext cx="0" cy="6858000"/>
          </a:xfrm>
          <a:prstGeom prst="straightConnector1">
            <a:avLst/>
          </a:prstGeom>
          <a:noFill/>
          <a:ln cap="rnd" cmpd="sng" w="9525">
            <a:solidFill>
              <a:schemeClr val="accent3"/>
            </a:solidFill>
            <a:prstDash val="dash"/>
            <a:miter lim="8000"/>
            <a:headEnd len="sm" w="sm" type="none"/>
            <a:tailEnd len="sm" w="sm" type="none"/>
          </a:ln>
        </p:spPr>
      </p:cxnSp>
      <p:sp>
        <p:nvSpPr>
          <p:cNvPr id="88" name="Google Shape;88;p20"/>
          <p:cNvSpPr/>
          <p:nvPr/>
        </p:nvSpPr>
        <p:spPr>
          <a:xfrm>
            <a:off x="9884230" y="1"/>
            <a:ext cx="1611954" cy="6857999"/>
          </a:xfrm>
          <a:prstGeom prst="rect">
            <a:avLst/>
          </a:prstGeom>
          <a:solidFill>
            <a:schemeClr val="accent3">
              <a:alpha val="25098"/>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9" name="Google Shape;89;p20"/>
          <p:cNvCxnSpPr/>
          <p:nvPr/>
        </p:nvCxnSpPr>
        <p:spPr>
          <a:xfrm rot="10800000">
            <a:off x="11605041"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90" name="Google Shape;90;p20"/>
          <p:cNvCxnSpPr/>
          <p:nvPr/>
        </p:nvCxnSpPr>
        <p:spPr>
          <a:xfrm rot="10800000">
            <a:off x="9884230"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91" name="Google Shape;91;p20"/>
          <p:cNvCxnSpPr/>
          <p:nvPr/>
        </p:nvCxnSpPr>
        <p:spPr>
          <a:xfrm rot="10800000">
            <a:off x="9768622"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92" name="Google Shape;92;p20"/>
          <p:cNvCxnSpPr/>
          <p:nvPr/>
        </p:nvCxnSpPr>
        <p:spPr>
          <a:xfrm rot="10800000">
            <a:off x="9372495" y="5610"/>
            <a:ext cx="0" cy="6858000"/>
          </a:xfrm>
          <a:prstGeom prst="straightConnector1">
            <a:avLst/>
          </a:prstGeom>
          <a:noFill/>
          <a:ln cap="rnd" cmpd="sng" w="9525">
            <a:solidFill>
              <a:schemeClr val="accent3"/>
            </a:solidFill>
            <a:prstDash val="dash"/>
            <a:miter lim="8000"/>
            <a:headEnd len="sm" w="sm" type="none"/>
            <a:tailEnd len="sm" w="sm" type="none"/>
          </a:ln>
        </p:spPr>
      </p:cxnSp>
      <p:sp>
        <p:nvSpPr>
          <p:cNvPr id="93" name="Google Shape;93;p20"/>
          <p:cNvSpPr/>
          <p:nvPr/>
        </p:nvSpPr>
        <p:spPr>
          <a:xfrm>
            <a:off x="7760541" y="1"/>
            <a:ext cx="1611954" cy="6857999"/>
          </a:xfrm>
          <a:prstGeom prst="rect">
            <a:avLst/>
          </a:prstGeom>
          <a:solidFill>
            <a:schemeClr val="accent3">
              <a:alpha val="25098"/>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4" name="Google Shape;94;p20"/>
          <p:cNvCxnSpPr/>
          <p:nvPr/>
        </p:nvCxnSpPr>
        <p:spPr>
          <a:xfrm rot="10800000">
            <a:off x="9481352"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95" name="Google Shape;95;p20"/>
          <p:cNvCxnSpPr/>
          <p:nvPr/>
        </p:nvCxnSpPr>
        <p:spPr>
          <a:xfrm rot="10800000">
            <a:off x="7760541" y="0"/>
            <a:ext cx="0" cy="6858000"/>
          </a:xfrm>
          <a:prstGeom prst="straightConnector1">
            <a:avLst/>
          </a:prstGeom>
          <a:noFill/>
          <a:ln cap="rnd" cmpd="sng" w="9525">
            <a:solidFill>
              <a:schemeClr val="accent3"/>
            </a:solidFill>
            <a:prstDash val="dash"/>
            <a:miter lim="8000"/>
            <a:headEnd len="sm" w="sm" type="none"/>
            <a:tailEnd len="sm" w="sm" type="none"/>
          </a:ln>
        </p:spPr>
      </p:cxnSp>
      <p:cxnSp>
        <p:nvCxnSpPr>
          <p:cNvPr id="96" name="Google Shape;96;p20"/>
          <p:cNvCxnSpPr/>
          <p:nvPr/>
        </p:nvCxnSpPr>
        <p:spPr>
          <a:xfrm rot="10800000">
            <a:off x="7644933" y="0"/>
            <a:ext cx="0" cy="6858000"/>
          </a:xfrm>
          <a:prstGeom prst="straightConnector1">
            <a:avLst/>
          </a:prstGeom>
          <a:noFill/>
          <a:ln cap="rnd" cmpd="sng" w="9525">
            <a:solidFill>
              <a:schemeClr val="accent3"/>
            </a:solidFill>
            <a:prstDash val="dash"/>
            <a:miter lim="8000"/>
            <a:headEnd len="sm" w="sm" type="none"/>
            <a:tailEnd len="sm" w="sm" type="none"/>
          </a:ln>
        </p:spPr>
      </p:cxnSp>
      <p:sp>
        <p:nvSpPr>
          <p:cNvPr id="97" name="Google Shape;97;p20"/>
          <p:cNvSpPr/>
          <p:nvPr/>
        </p:nvSpPr>
        <p:spPr>
          <a:xfrm>
            <a:off x="9884229" y="-5609"/>
            <a:ext cx="1611955" cy="6863608"/>
          </a:xfrm>
          <a:prstGeom prst="rect">
            <a:avLst/>
          </a:prstGeom>
          <a:noFill/>
          <a:ln>
            <a:noFill/>
          </a:ln>
        </p:spPr>
      </p:sp>
      <p:sp>
        <p:nvSpPr>
          <p:cNvPr id="98" name="Google Shape;98;p20"/>
          <p:cNvSpPr/>
          <p:nvPr/>
        </p:nvSpPr>
        <p:spPr>
          <a:xfrm>
            <a:off x="7753789" y="5610"/>
            <a:ext cx="1611955" cy="6863608"/>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9" name="Shape 99"/>
        <p:cNvGrpSpPr/>
        <p:nvPr/>
      </p:nvGrpSpPr>
      <p:grpSpPr>
        <a:xfrm>
          <a:off x="0" y="0"/>
          <a:ext cx="0" cy="0"/>
          <a:chOff x="0" y="0"/>
          <a:chExt cx="0" cy="0"/>
        </a:xfrm>
      </p:grpSpPr>
      <p:sp>
        <p:nvSpPr>
          <p:cNvPr id="100" name="Google Shape;100;p21"/>
          <p:cNvSpPr txBox="1"/>
          <p:nvPr>
            <p:ph type="ctrTitle"/>
          </p:nvPr>
        </p:nvSpPr>
        <p:spPr>
          <a:xfrm>
            <a:off x="1490472" y="1463557"/>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subTitle"/>
          </p:nvPr>
        </p:nvSpPr>
        <p:spPr>
          <a:xfrm>
            <a:off x="1490472" y="3943232"/>
            <a:ext cx="9144000" cy="1655762"/>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1000"/>
              </a:spcBef>
              <a:spcAft>
                <a:spcPts val="0"/>
              </a:spcAft>
              <a:buSzPts val="2400"/>
              <a:buNone/>
              <a:defRPr sz="2400"/>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2" name="Google Shape;102;p21"/>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1"/>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5" name="Shape 105"/>
        <p:cNvGrpSpPr/>
        <p:nvPr/>
      </p:nvGrpSpPr>
      <p:grpSpPr>
        <a:xfrm>
          <a:off x="0" y="0"/>
          <a:ext cx="0" cy="0"/>
          <a:chOff x="0" y="0"/>
          <a:chExt cx="0" cy="0"/>
        </a:xfrm>
      </p:grpSpPr>
      <p:sp>
        <p:nvSpPr>
          <p:cNvPr id="106" name="Google Shape;106;p22"/>
          <p:cNvSpPr txBox="1"/>
          <p:nvPr>
            <p:ph type="title"/>
          </p:nvPr>
        </p:nvSpPr>
        <p:spPr>
          <a:xfrm>
            <a:off x="420624"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22"/>
          <p:cNvSpPr txBox="1"/>
          <p:nvPr>
            <p:ph idx="1" type="body"/>
          </p:nvPr>
        </p:nvSpPr>
        <p:spPr>
          <a:xfrm>
            <a:off x="420624" y="1825625"/>
            <a:ext cx="10515600" cy="4206383"/>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SzPts val="2400"/>
              <a:buChar char="⬩"/>
              <a:defRPr sz="2400"/>
            </a:lvl1pPr>
            <a:lvl2pPr indent="-368300" lvl="1" marL="914400" algn="l">
              <a:lnSpc>
                <a:spcPct val="110000"/>
              </a:lnSpc>
              <a:spcBef>
                <a:spcPts val="500"/>
              </a:spcBef>
              <a:spcAft>
                <a:spcPts val="0"/>
              </a:spcAft>
              <a:buSzPts val="2200"/>
              <a:buChar char="⬩"/>
              <a:defRPr sz="2200"/>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22"/>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2"/>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2"/>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1" name="Shape 111"/>
        <p:cNvGrpSpPr/>
        <p:nvPr/>
      </p:nvGrpSpPr>
      <p:grpSpPr>
        <a:xfrm>
          <a:off x="0" y="0"/>
          <a:ext cx="0" cy="0"/>
          <a:chOff x="0" y="0"/>
          <a:chExt cx="0" cy="0"/>
        </a:xfrm>
      </p:grpSpPr>
      <p:sp>
        <p:nvSpPr>
          <p:cNvPr id="112" name="Google Shape;112;p23"/>
          <p:cNvSpPr txBox="1"/>
          <p:nvPr>
            <p:ph type="title"/>
          </p:nvPr>
        </p:nvSpPr>
        <p:spPr>
          <a:xfrm>
            <a:off x="420624" y="1081941"/>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3"/>
          <p:cNvSpPr txBox="1"/>
          <p:nvPr>
            <p:ph idx="1" type="body"/>
          </p:nvPr>
        </p:nvSpPr>
        <p:spPr>
          <a:xfrm>
            <a:off x="420624" y="3961666"/>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200"/>
              <a:buNone/>
              <a:defRPr sz="2200">
                <a:solidFill>
                  <a:srgbClr val="888888"/>
                </a:solidFill>
              </a:defRPr>
            </a:lvl1pPr>
            <a:lvl2pPr indent="-228600" lvl="1" marL="914400" algn="l">
              <a:lnSpc>
                <a:spcPct val="110000"/>
              </a:lnSpc>
              <a:spcBef>
                <a:spcPts val="500"/>
              </a:spcBef>
              <a:spcAft>
                <a:spcPts val="0"/>
              </a:spcAft>
              <a:buSzPts val="2000"/>
              <a:buNone/>
              <a:defRPr sz="2000">
                <a:solidFill>
                  <a:srgbClr val="888888"/>
                </a:solidFill>
              </a:defRPr>
            </a:lvl2pPr>
            <a:lvl3pPr indent="-228600" lvl="2" marL="1371600" algn="l">
              <a:lnSpc>
                <a:spcPct val="110000"/>
              </a:lnSpc>
              <a:spcBef>
                <a:spcPts val="500"/>
              </a:spcBef>
              <a:spcAft>
                <a:spcPts val="0"/>
              </a:spcAft>
              <a:buSzPts val="1800"/>
              <a:buNone/>
              <a:defRPr sz="1800">
                <a:solidFill>
                  <a:srgbClr val="888888"/>
                </a:solidFill>
              </a:defRPr>
            </a:lvl3pPr>
            <a:lvl4pPr indent="-228600" lvl="3" marL="1828800" algn="l">
              <a:lnSpc>
                <a:spcPct val="110000"/>
              </a:lnSpc>
              <a:spcBef>
                <a:spcPts val="500"/>
              </a:spcBef>
              <a:spcAft>
                <a:spcPts val="0"/>
              </a:spcAft>
              <a:buSzPts val="1600"/>
              <a:buNone/>
              <a:defRPr sz="1600">
                <a:solidFill>
                  <a:srgbClr val="888888"/>
                </a:solidFill>
              </a:defRPr>
            </a:lvl4pPr>
            <a:lvl5pPr indent="-228600" lvl="4" marL="2286000" algn="l">
              <a:lnSpc>
                <a:spcPct val="11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14" name="Google Shape;114;p23"/>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3"/>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3"/>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7" name="Shape 117"/>
        <p:cNvGrpSpPr/>
        <p:nvPr/>
      </p:nvGrpSpPr>
      <p:grpSpPr>
        <a:xfrm>
          <a:off x="0" y="0"/>
          <a:ext cx="0" cy="0"/>
          <a:chOff x="0" y="0"/>
          <a:chExt cx="0" cy="0"/>
        </a:xfrm>
      </p:grpSpPr>
      <p:sp>
        <p:nvSpPr>
          <p:cNvPr id="118" name="Google Shape;118;p24"/>
          <p:cNvSpPr/>
          <p:nvPr/>
        </p:nvSpPr>
        <p:spPr>
          <a:xfrm>
            <a:off x="0" y="685800"/>
            <a:ext cx="11494008" cy="5486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 name="Google Shape;119;p24"/>
          <p:cNvSpPr txBox="1"/>
          <p:nvPr>
            <p:ph type="title"/>
          </p:nvPr>
        </p:nvSpPr>
        <p:spPr>
          <a:xfrm>
            <a:off x="420624"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24"/>
          <p:cNvSpPr txBox="1"/>
          <p:nvPr>
            <p:ph idx="1" type="body"/>
          </p:nvPr>
        </p:nvSpPr>
        <p:spPr>
          <a:xfrm>
            <a:off x="420624" y="1825625"/>
            <a:ext cx="5181600" cy="4206382"/>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SzPts val="2400"/>
              <a:buChar char="⬩"/>
              <a:defRPr/>
            </a:lvl1pPr>
            <a:lvl2pPr indent="-368300" lvl="1" marL="914400" algn="l">
              <a:lnSpc>
                <a:spcPct val="110000"/>
              </a:lnSpc>
              <a:spcBef>
                <a:spcPts val="500"/>
              </a:spcBef>
              <a:spcAft>
                <a:spcPts val="0"/>
              </a:spcAft>
              <a:buSzPts val="2200"/>
              <a:buChar char="⬩"/>
              <a:defRPr/>
            </a:lvl2pPr>
            <a:lvl3pPr indent="-355600" lvl="2" marL="1371600" algn="l">
              <a:lnSpc>
                <a:spcPct val="110000"/>
              </a:lnSpc>
              <a:spcBef>
                <a:spcPts val="500"/>
              </a:spcBef>
              <a:spcAft>
                <a:spcPts val="0"/>
              </a:spcAft>
              <a:buSzPts val="2000"/>
              <a:buChar char="⬩"/>
              <a:defRPr/>
            </a:lvl3pPr>
            <a:lvl4pPr indent="-342900" lvl="3" marL="1828800" algn="l">
              <a:lnSpc>
                <a:spcPct val="110000"/>
              </a:lnSpc>
              <a:spcBef>
                <a:spcPts val="500"/>
              </a:spcBef>
              <a:spcAft>
                <a:spcPts val="0"/>
              </a:spcAft>
              <a:buSzPts val="1800"/>
              <a:buChar char="⬩"/>
              <a:defRPr/>
            </a:lvl4pPr>
            <a:lvl5pPr indent="-330200" lvl="4" marL="2286000" algn="l">
              <a:lnSpc>
                <a:spcPct val="110000"/>
              </a:lnSpc>
              <a:spcBef>
                <a:spcPts val="500"/>
              </a:spcBef>
              <a:spcAft>
                <a:spcPts val="0"/>
              </a:spcAft>
              <a:buSzPts val="16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24"/>
          <p:cNvSpPr txBox="1"/>
          <p:nvPr>
            <p:ph idx="2" type="body"/>
          </p:nvPr>
        </p:nvSpPr>
        <p:spPr>
          <a:xfrm>
            <a:off x="5756178" y="1825625"/>
            <a:ext cx="5180046" cy="4206382"/>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SzPts val="2400"/>
              <a:buFont typeface="Noto Sans Symbols"/>
              <a:buChar char="⬩"/>
              <a:defRPr/>
            </a:lvl1pPr>
            <a:lvl2pPr indent="-368300" lvl="1" marL="914400" algn="l">
              <a:lnSpc>
                <a:spcPct val="110000"/>
              </a:lnSpc>
              <a:spcBef>
                <a:spcPts val="500"/>
              </a:spcBef>
              <a:spcAft>
                <a:spcPts val="0"/>
              </a:spcAft>
              <a:buSzPts val="2200"/>
              <a:buFont typeface="Noto Sans Symbols"/>
              <a:buChar char="⬩"/>
              <a:defRPr/>
            </a:lvl2pPr>
            <a:lvl3pPr indent="-355600" lvl="2" marL="1371600" algn="l">
              <a:lnSpc>
                <a:spcPct val="110000"/>
              </a:lnSpc>
              <a:spcBef>
                <a:spcPts val="500"/>
              </a:spcBef>
              <a:spcAft>
                <a:spcPts val="0"/>
              </a:spcAft>
              <a:buSzPts val="2000"/>
              <a:buFont typeface="Noto Sans Symbols"/>
              <a:buChar char="⬩"/>
              <a:defRPr/>
            </a:lvl3pPr>
            <a:lvl4pPr indent="-342900" lvl="3" marL="1828800" algn="l">
              <a:lnSpc>
                <a:spcPct val="110000"/>
              </a:lnSpc>
              <a:spcBef>
                <a:spcPts val="500"/>
              </a:spcBef>
              <a:spcAft>
                <a:spcPts val="0"/>
              </a:spcAft>
              <a:buSzPts val="1800"/>
              <a:buFont typeface="Noto Sans Symbols"/>
              <a:buChar char="⬩"/>
              <a:defRPr/>
            </a:lvl4pPr>
            <a:lvl5pPr indent="-330200" lvl="4" marL="2286000" algn="l">
              <a:lnSpc>
                <a:spcPct val="110000"/>
              </a:lnSpc>
              <a:spcBef>
                <a:spcPts val="500"/>
              </a:spcBef>
              <a:spcAft>
                <a:spcPts val="0"/>
              </a:spcAft>
              <a:buSzPts val="1600"/>
              <a:buFont typeface="Noto Sans Symbols"/>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24"/>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p25"/>
          <p:cNvSpPr/>
          <p:nvPr/>
        </p:nvSpPr>
        <p:spPr>
          <a:xfrm>
            <a:off x="0" y="685800"/>
            <a:ext cx="11494008" cy="5486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25"/>
          <p:cNvSpPr txBox="1"/>
          <p:nvPr>
            <p:ph type="title"/>
          </p:nvPr>
        </p:nvSpPr>
        <p:spPr>
          <a:xfrm>
            <a:off x="42217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5"/>
          <p:cNvSpPr txBox="1"/>
          <p:nvPr>
            <p:ph idx="1" type="body"/>
          </p:nvPr>
        </p:nvSpPr>
        <p:spPr>
          <a:xfrm>
            <a:off x="42217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3200"/>
              <a:buNone/>
              <a:defRPr b="0" sz="3200"/>
            </a:lvl1pPr>
            <a:lvl2pPr indent="-228600" lvl="1" marL="914400" algn="l">
              <a:lnSpc>
                <a:spcPct val="110000"/>
              </a:lnSpc>
              <a:spcBef>
                <a:spcPts val="500"/>
              </a:spcBef>
              <a:spcAft>
                <a:spcPts val="0"/>
              </a:spcAft>
              <a:buSzPts val="2000"/>
              <a:buNone/>
              <a:defRPr b="1" sz="2000"/>
            </a:lvl2pPr>
            <a:lvl3pPr indent="-228600" lvl="2" marL="1371600" algn="l">
              <a:lnSpc>
                <a:spcPct val="110000"/>
              </a:lnSpc>
              <a:spcBef>
                <a:spcPts val="500"/>
              </a:spcBef>
              <a:spcAft>
                <a:spcPts val="0"/>
              </a:spcAft>
              <a:buSzPts val="1800"/>
              <a:buNone/>
              <a:defRPr b="1" sz="1800"/>
            </a:lvl3pPr>
            <a:lvl4pPr indent="-228600" lvl="3" marL="1828800" algn="l">
              <a:lnSpc>
                <a:spcPct val="110000"/>
              </a:lnSpc>
              <a:spcBef>
                <a:spcPts val="500"/>
              </a:spcBef>
              <a:spcAft>
                <a:spcPts val="0"/>
              </a:spcAft>
              <a:buSzPts val="1600"/>
              <a:buNone/>
              <a:defRPr b="1" sz="1600"/>
            </a:lvl4pPr>
            <a:lvl5pPr indent="-228600" lvl="4" marL="2286000" algn="l">
              <a:lnSpc>
                <a:spcPct val="11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9" name="Google Shape;129;p25"/>
          <p:cNvSpPr txBox="1"/>
          <p:nvPr>
            <p:ph idx="2" type="body"/>
          </p:nvPr>
        </p:nvSpPr>
        <p:spPr>
          <a:xfrm>
            <a:off x="422178" y="2505075"/>
            <a:ext cx="5157787" cy="3526932"/>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SzPts val="2400"/>
              <a:buChar char="⬩"/>
              <a:defRPr sz="2400"/>
            </a:lvl1pPr>
            <a:lvl2pPr indent="-368300" lvl="1" marL="914400" algn="l">
              <a:lnSpc>
                <a:spcPct val="110000"/>
              </a:lnSpc>
              <a:spcBef>
                <a:spcPts val="500"/>
              </a:spcBef>
              <a:spcAft>
                <a:spcPts val="0"/>
              </a:spcAft>
              <a:buSzPts val="2200"/>
              <a:buChar char="⬩"/>
              <a:defRPr sz="2200"/>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25"/>
          <p:cNvSpPr txBox="1"/>
          <p:nvPr>
            <p:ph idx="3" type="body"/>
          </p:nvPr>
        </p:nvSpPr>
        <p:spPr>
          <a:xfrm>
            <a:off x="575459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3200"/>
              <a:buNone/>
              <a:defRPr b="0" sz="3200"/>
            </a:lvl1pPr>
            <a:lvl2pPr indent="-228600" lvl="1" marL="914400" algn="l">
              <a:lnSpc>
                <a:spcPct val="110000"/>
              </a:lnSpc>
              <a:spcBef>
                <a:spcPts val="500"/>
              </a:spcBef>
              <a:spcAft>
                <a:spcPts val="0"/>
              </a:spcAft>
              <a:buSzPts val="2000"/>
              <a:buNone/>
              <a:defRPr b="1" sz="2000"/>
            </a:lvl2pPr>
            <a:lvl3pPr indent="-228600" lvl="2" marL="1371600" algn="l">
              <a:lnSpc>
                <a:spcPct val="110000"/>
              </a:lnSpc>
              <a:spcBef>
                <a:spcPts val="500"/>
              </a:spcBef>
              <a:spcAft>
                <a:spcPts val="0"/>
              </a:spcAft>
              <a:buSzPts val="1800"/>
              <a:buNone/>
              <a:defRPr b="1" sz="1800"/>
            </a:lvl3pPr>
            <a:lvl4pPr indent="-228600" lvl="3" marL="1828800" algn="l">
              <a:lnSpc>
                <a:spcPct val="110000"/>
              </a:lnSpc>
              <a:spcBef>
                <a:spcPts val="500"/>
              </a:spcBef>
              <a:spcAft>
                <a:spcPts val="0"/>
              </a:spcAft>
              <a:buSzPts val="1600"/>
              <a:buNone/>
              <a:defRPr b="1" sz="1600"/>
            </a:lvl4pPr>
            <a:lvl5pPr indent="-228600" lvl="4" marL="2286000" algn="l">
              <a:lnSpc>
                <a:spcPct val="11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1" name="Google Shape;131;p25"/>
          <p:cNvSpPr txBox="1"/>
          <p:nvPr>
            <p:ph idx="4" type="body"/>
          </p:nvPr>
        </p:nvSpPr>
        <p:spPr>
          <a:xfrm>
            <a:off x="5754590" y="2505075"/>
            <a:ext cx="5183188" cy="3526932"/>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SzPts val="2400"/>
              <a:buChar char="⬩"/>
              <a:defRPr sz="2400"/>
            </a:lvl1pPr>
            <a:lvl2pPr indent="-368300" lvl="1" marL="914400" algn="l">
              <a:lnSpc>
                <a:spcPct val="110000"/>
              </a:lnSpc>
              <a:spcBef>
                <a:spcPts val="500"/>
              </a:spcBef>
              <a:spcAft>
                <a:spcPts val="0"/>
              </a:spcAft>
              <a:buSzPts val="2200"/>
              <a:buChar char="⬩"/>
              <a:defRPr sz="2200"/>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25"/>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5"/>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5"/>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 name="Shape 135"/>
        <p:cNvGrpSpPr/>
        <p:nvPr/>
      </p:nvGrpSpPr>
      <p:grpSpPr>
        <a:xfrm>
          <a:off x="0" y="0"/>
          <a:ext cx="0" cy="0"/>
          <a:chOff x="0" y="0"/>
          <a:chExt cx="0" cy="0"/>
        </a:xfrm>
      </p:grpSpPr>
      <p:sp>
        <p:nvSpPr>
          <p:cNvPr id="136" name="Google Shape;136;p26"/>
          <p:cNvSpPr txBox="1"/>
          <p:nvPr>
            <p:ph type="title"/>
          </p:nvPr>
        </p:nvSpPr>
        <p:spPr>
          <a:xfrm>
            <a:off x="420624" y="93830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6"/>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6"/>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6"/>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2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 name="Google Shape;142;p27"/>
          <p:cNvSpPr/>
          <p:nvPr/>
        </p:nvSpPr>
        <p:spPr>
          <a:xfrm>
            <a:off x="0" y="0"/>
            <a:ext cx="12188952" cy="6858000"/>
          </a:xfrm>
          <a:prstGeom prst="rect">
            <a:avLst/>
          </a:prstGeom>
          <a:solidFill>
            <a:schemeClr val="lt2">
              <a:alpha val="45098"/>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27"/>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7"/>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27"/>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6" name="Shape 146"/>
        <p:cNvGrpSpPr/>
        <p:nvPr/>
      </p:nvGrpSpPr>
      <p:grpSpPr>
        <a:xfrm>
          <a:off x="0" y="0"/>
          <a:ext cx="0" cy="0"/>
          <a:chOff x="0" y="0"/>
          <a:chExt cx="0" cy="0"/>
        </a:xfrm>
      </p:grpSpPr>
      <p:sp>
        <p:nvSpPr>
          <p:cNvPr id="147" name="Google Shape;147;p28"/>
          <p:cNvSpPr txBox="1"/>
          <p:nvPr>
            <p:ph type="title"/>
          </p:nvPr>
        </p:nvSpPr>
        <p:spPr>
          <a:xfrm>
            <a:off x="420624" y="457200"/>
            <a:ext cx="10512425"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5200"/>
              <a:buFont typeface="Arial"/>
              <a:buNone/>
              <a:defRPr sz="5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 name="Google Shape;148;p28"/>
          <p:cNvSpPr txBox="1"/>
          <p:nvPr>
            <p:ph idx="1" type="body"/>
          </p:nvPr>
        </p:nvSpPr>
        <p:spPr>
          <a:xfrm>
            <a:off x="4782830" y="2199340"/>
            <a:ext cx="6172200" cy="3661710"/>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SzPts val="2400"/>
              <a:buChar char="⬩"/>
              <a:defRPr sz="2400"/>
            </a:lvl1pPr>
            <a:lvl2pPr indent="-368300" lvl="1" marL="914400" algn="l">
              <a:lnSpc>
                <a:spcPct val="110000"/>
              </a:lnSpc>
              <a:spcBef>
                <a:spcPts val="500"/>
              </a:spcBef>
              <a:spcAft>
                <a:spcPts val="0"/>
              </a:spcAft>
              <a:buSzPts val="2200"/>
              <a:buChar char="⬩"/>
              <a:defRPr sz="2200"/>
            </a:lvl2pPr>
            <a:lvl3pPr indent="-355600" lvl="2" marL="1371600" algn="l">
              <a:lnSpc>
                <a:spcPct val="110000"/>
              </a:lnSpc>
              <a:spcBef>
                <a:spcPts val="500"/>
              </a:spcBef>
              <a:spcAft>
                <a:spcPts val="0"/>
              </a:spcAft>
              <a:buSzPts val="2000"/>
              <a:buChar char="⬩"/>
              <a:defRPr sz="2000"/>
            </a:lvl3pPr>
            <a:lvl4pPr indent="-342900" lvl="3" marL="1828800" algn="l">
              <a:lnSpc>
                <a:spcPct val="110000"/>
              </a:lnSpc>
              <a:spcBef>
                <a:spcPts val="500"/>
              </a:spcBef>
              <a:spcAft>
                <a:spcPts val="0"/>
              </a:spcAft>
              <a:buSzPts val="1800"/>
              <a:buChar char="⬩"/>
              <a:defRPr sz="1800"/>
            </a:lvl4pPr>
            <a:lvl5pPr indent="-330200" lvl="4" marL="2286000" algn="l">
              <a:lnSpc>
                <a:spcPct val="110000"/>
              </a:lnSpc>
              <a:spcBef>
                <a:spcPts val="500"/>
              </a:spcBef>
              <a:spcAft>
                <a:spcPts val="0"/>
              </a:spcAft>
              <a:buSzPts val="1600"/>
              <a:buChar char="⬩"/>
              <a:defRPr sz="16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9" name="Google Shape;149;p28"/>
          <p:cNvSpPr txBox="1"/>
          <p:nvPr>
            <p:ph idx="2" type="body"/>
          </p:nvPr>
        </p:nvSpPr>
        <p:spPr>
          <a:xfrm>
            <a:off x="420624" y="2199340"/>
            <a:ext cx="3932237" cy="366964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200"/>
              <a:buNone/>
              <a:defRPr sz="2200"/>
            </a:lvl1pPr>
            <a:lvl2pPr indent="-228600" lvl="1" marL="914400" algn="l">
              <a:lnSpc>
                <a:spcPct val="110000"/>
              </a:lnSpc>
              <a:spcBef>
                <a:spcPts val="500"/>
              </a:spcBef>
              <a:spcAft>
                <a:spcPts val="0"/>
              </a:spcAft>
              <a:buSzPts val="1400"/>
              <a:buNone/>
              <a:defRPr sz="1400"/>
            </a:lvl2pPr>
            <a:lvl3pPr indent="-228600" lvl="2" marL="1371600" algn="l">
              <a:lnSpc>
                <a:spcPct val="110000"/>
              </a:lnSpc>
              <a:spcBef>
                <a:spcPts val="500"/>
              </a:spcBef>
              <a:spcAft>
                <a:spcPts val="0"/>
              </a:spcAft>
              <a:buSzPts val="1200"/>
              <a:buNone/>
              <a:defRPr sz="1200"/>
            </a:lvl3pPr>
            <a:lvl4pPr indent="-228600" lvl="3" marL="1828800" algn="l">
              <a:lnSpc>
                <a:spcPct val="110000"/>
              </a:lnSpc>
              <a:spcBef>
                <a:spcPts val="500"/>
              </a:spcBef>
              <a:spcAft>
                <a:spcPts val="0"/>
              </a:spcAft>
              <a:buSzPts val="1000"/>
              <a:buNone/>
              <a:defRPr sz="1000"/>
            </a:lvl4pPr>
            <a:lvl5pPr indent="-228600" lvl="4" marL="2286000" algn="l">
              <a:lnSpc>
                <a:spcPct val="11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0" name="Google Shape;150;p28"/>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8"/>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8"/>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3" name="Shape 153"/>
        <p:cNvGrpSpPr/>
        <p:nvPr/>
      </p:nvGrpSpPr>
      <p:grpSpPr>
        <a:xfrm>
          <a:off x="0" y="0"/>
          <a:ext cx="0" cy="0"/>
          <a:chOff x="0" y="0"/>
          <a:chExt cx="0" cy="0"/>
        </a:xfrm>
      </p:grpSpPr>
      <p:sp>
        <p:nvSpPr>
          <p:cNvPr id="154" name="Google Shape;154;p29"/>
          <p:cNvSpPr txBox="1"/>
          <p:nvPr>
            <p:ph type="title"/>
          </p:nvPr>
        </p:nvSpPr>
        <p:spPr>
          <a:xfrm>
            <a:off x="420624"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29"/>
          <p:cNvSpPr/>
          <p:nvPr>
            <p:ph idx="2" type="pic"/>
          </p:nvPr>
        </p:nvSpPr>
        <p:spPr>
          <a:xfrm>
            <a:off x="4781276" y="987425"/>
            <a:ext cx="6172200" cy="4873625"/>
          </a:xfrm>
          <a:prstGeom prst="rect">
            <a:avLst/>
          </a:prstGeom>
          <a:noFill/>
          <a:ln>
            <a:noFill/>
          </a:ln>
        </p:spPr>
      </p:sp>
      <p:sp>
        <p:nvSpPr>
          <p:cNvPr id="156" name="Google Shape;156;p29"/>
          <p:cNvSpPr txBox="1"/>
          <p:nvPr>
            <p:ph idx="1" type="body"/>
          </p:nvPr>
        </p:nvSpPr>
        <p:spPr>
          <a:xfrm>
            <a:off x="420624" y="2199340"/>
            <a:ext cx="3932237" cy="366964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200"/>
              <a:buNone/>
              <a:defRPr sz="2200"/>
            </a:lvl1pPr>
            <a:lvl2pPr indent="-228600" lvl="1" marL="914400" algn="l">
              <a:lnSpc>
                <a:spcPct val="110000"/>
              </a:lnSpc>
              <a:spcBef>
                <a:spcPts val="500"/>
              </a:spcBef>
              <a:spcAft>
                <a:spcPts val="0"/>
              </a:spcAft>
              <a:buSzPts val="1400"/>
              <a:buNone/>
              <a:defRPr sz="1400"/>
            </a:lvl2pPr>
            <a:lvl3pPr indent="-228600" lvl="2" marL="1371600" algn="l">
              <a:lnSpc>
                <a:spcPct val="110000"/>
              </a:lnSpc>
              <a:spcBef>
                <a:spcPts val="500"/>
              </a:spcBef>
              <a:spcAft>
                <a:spcPts val="0"/>
              </a:spcAft>
              <a:buSzPts val="1200"/>
              <a:buNone/>
              <a:defRPr sz="1200"/>
            </a:lvl3pPr>
            <a:lvl4pPr indent="-228600" lvl="3" marL="1828800" algn="l">
              <a:lnSpc>
                <a:spcPct val="110000"/>
              </a:lnSpc>
              <a:spcBef>
                <a:spcPts val="500"/>
              </a:spcBef>
              <a:spcAft>
                <a:spcPts val="0"/>
              </a:spcAft>
              <a:buSzPts val="1000"/>
              <a:buNone/>
              <a:defRPr sz="1000"/>
            </a:lvl4pPr>
            <a:lvl5pPr indent="-228600" lvl="4" marL="2286000" algn="l">
              <a:lnSpc>
                <a:spcPct val="11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7" name="Google Shape;157;p29"/>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9"/>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9"/>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0" name="Shape 160"/>
        <p:cNvGrpSpPr/>
        <p:nvPr/>
      </p:nvGrpSpPr>
      <p:grpSpPr>
        <a:xfrm>
          <a:off x="0" y="0"/>
          <a:ext cx="0" cy="0"/>
          <a:chOff x="0" y="0"/>
          <a:chExt cx="0" cy="0"/>
        </a:xfrm>
      </p:grpSpPr>
      <p:sp>
        <p:nvSpPr>
          <p:cNvPr id="161" name="Google Shape;161;p30"/>
          <p:cNvSpPr txBox="1"/>
          <p:nvPr>
            <p:ph type="title"/>
          </p:nvPr>
        </p:nvSpPr>
        <p:spPr>
          <a:xfrm>
            <a:off x="420624"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30"/>
          <p:cNvSpPr txBox="1"/>
          <p:nvPr>
            <p:ph idx="1" type="body"/>
          </p:nvPr>
        </p:nvSpPr>
        <p:spPr>
          <a:xfrm rot="5400000">
            <a:off x="3502755"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30"/>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0"/>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0"/>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6" name="Shape 166"/>
        <p:cNvGrpSpPr/>
        <p:nvPr/>
      </p:nvGrpSpPr>
      <p:grpSpPr>
        <a:xfrm>
          <a:off x="0" y="0"/>
          <a:ext cx="0" cy="0"/>
          <a:chOff x="0" y="0"/>
          <a:chExt cx="0" cy="0"/>
        </a:xfrm>
      </p:grpSpPr>
      <p:sp>
        <p:nvSpPr>
          <p:cNvPr id="167" name="Google Shape;167;p31"/>
          <p:cNvSpPr txBox="1"/>
          <p:nvPr>
            <p:ph type="title"/>
          </p:nvPr>
        </p:nvSpPr>
        <p:spPr>
          <a:xfrm rot="5400000">
            <a:off x="673466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31"/>
          <p:cNvSpPr txBox="1"/>
          <p:nvPr>
            <p:ph idx="1" type="body"/>
          </p:nvPr>
        </p:nvSpPr>
        <p:spPr>
          <a:xfrm rot="5400000">
            <a:off x="140066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SzPts val="1800"/>
              <a:buChar char="⬩"/>
              <a:defRPr/>
            </a:lvl1pPr>
            <a:lvl2pPr indent="-342900" lvl="1" marL="914400" algn="l">
              <a:lnSpc>
                <a:spcPct val="110000"/>
              </a:lnSpc>
              <a:spcBef>
                <a:spcPts val="500"/>
              </a:spcBef>
              <a:spcAft>
                <a:spcPts val="0"/>
              </a:spcAft>
              <a:buSzPts val="1800"/>
              <a:buChar char="⬩"/>
              <a:defRPr/>
            </a:lvl2pPr>
            <a:lvl3pPr indent="-342900" lvl="2" marL="1371600" algn="l">
              <a:lnSpc>
                <a:spcPct val="110000"/>
              </a:lnSpc>
              <a:spcBef>
                <a:spcPts val="500"/>
              </a:spcBef>
              <a:spcAft>
                <a:spcPts val="0"/>
              </a:spcAft>
              <a:buSzPts val="1800"/>
              <a:buChar char="⬩"/>
              <a:defRPr/>
            </a:lvl3pPr>
            <a:lvl4pPr indent="-342900" lvl="3" marL="1828800" algn="l">
              <a:lnSpc>
                <a:spcPct val="110000"/>
              </a:lnSpc>
              <a:spcBef>
                <a:spcPts val="500"/>
              </a:spcBef>
              <a:spcAft>
                <a:spcPts val="0"/>
              </a:spcAft>
              <a:buSzPts val="1800"/>
              <a:buChar char="⬩"/>
              <a:defRPr/>
            </a:lvl4pPr>
            <a:lvl5pPr indent="-342900" lvl="4" marL="2286000" algn="l">
              <a:lnSpc>
                <a:spcPct val="11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31"/>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31"/>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1"/>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p:nvPr/>
        </p:nvSpPr>
        <p:spPr>
          <a:xfrm>
            <a:off x="1524" y="0"/>
            <a:ext cx="12188952" cy="6858000"/>
          </a:xfrm>
          <a:prstGeom prst="rect">
            <a:avLst/>
          </a:prstGeom>
          <a:solidFill>
            <a:schemeClr val="lt2">
              <a:alpha val="45098"/>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11"/>
          <p:cNvSpPr/>
          <p:nvPr/>
        </p:nvSpPr>
        <p:spPr>
          <a:xfrm>
            <a:off x="1446276" y="685800"/>
            <a:ext cx="10744200" cy="5486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descr="Tag=AccentColor&#10;Flavor=Light&#10;Target=Line" id="12" name="Google Shape;12;p11"/>
          <p:cNvCxnSpPr/>
          <p:nvPr/>
        </p:nvCxnSpPr>
        <p:spPr>
          <a:xfrm rot="10800000">
            <a:off x="11496184" y="5610"/>
            <a:ext cx="0" cy="6858000"/>
          </a:xfrm>
          <a:prstGeom prst="straightConnector1">
            <a:avLst/>
          </a:prstGeom>
          <a:noFill/>
          <a:ln cap="rnd" cmpd="sng" w="9525">
            <a:solidFill>
              <a:schemeClr val="accent1"/>
            </a:solidFill>
            <a:prstDash val="dash"/>
            <a:miter lim="8000"/>
            <a:headEnd len="sm" w="sm" type="none"/>
            <a:tailEnd len="sm" w="sm" type="none"/>
          </a:ln>
        </p:spPr>
      </p:cxnSp>
      <p:cxnSp>
        <p:nvCxnSpPr>
          <p:cNvPr descr="Tag=AccentColor&#10;Flavor=Light&#10;Target=Line" id="13" name="Google Shape;13;p11"/>
          <p:cNvCxnSpPr/>
          <p:nvPr/>
        </p:nvCxnSpPr>
        <p:spPr>
          <a:xfrm>
            <a:off x="1524" y="6172200"/>
            <a:ext cx="12192000" cy="0"/>
          </a:xfrm>
          <a:prstGeom prst="straightConnector1">
            <a:avLst/>
          </a:prstGeom>
          <a:noFill/>
          <a:ln cap="rnd" cmpd="sng" w="9525">
            <a:solidFill>
              <a:schemeClr val="accent1"/>
            </a:solidFill>
            <a:prstDash val="dash"/>
            <a:miter lim="8000"/>
            <a:headEnd len="sm" w="sm" type="none"/>
            <a:tailEnd len="sm" w="sm" type="none"/>
          </a:ln>
        </p:spPr>
      </p:cxnSp>
      <p:sp>
        <p:nvSpPr>
          <p:cNvPr id="14" name="Google Shape;14;p11"/>
          <p:cNvSpPr txBox="1"/>
          <p:nvPr>
            <p:ph type="title"/>
          </p:nvPr>
        </p:nvSpPr>
        <p:spPr>
          <a:xfrm>
            <a:off x="420624"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Arial"/>
              <a:buNone/>
              <a:defRPr b="0" i="0" sz="44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1"/>
          <p:cNvSpPr txBox="1"/>
          <p:nvPr>
            <p:ph idx="1" type="body"/>
          </p:nvPr>
        </p:nvSpPr>
        <p:spPr>
          <a:xfrm>
            <a:off x="420624" y="1825625"/>
            <a:ext cx="10515600" cy="4351338"/>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10000"/>
              </a:lnSpc>
              <a:spcBef>
                <a:spcPts val="10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1pPr>
            <a:lvl2pPr indent="-368300" lvl="1" marL="914400" marR="0" rtl="0" algn="l">
              <a:lnSpc>
                <a:spcPct val="110000"/>
              </a:lnSpc>
              <a:spcBef>
                <a:spcPts val="500"/>
              </a:spcBef>
              <a:spcAft>
                <a:spcPts val="0"/>
              </a:spcAft>
              <a:buClr>
                <a:schemeClr val="accent2"/>
              </a:buClr>
              <a:buSzPts val="2200"/>
              <a:buFont typeface="Noto Sans Symbols"/>
              <a:buChar char="⬩"/>
              <a:defRPr b="0" i="0" sz="2200" u="none" cap="none" strike="noStrike">
                <a:solidFill>
                  <a:schemeClr val="dk2"/>
                </a:solidFill>
                <a:latin typeface="Arial"/>
                <a:ea typeface="Arial"/>
                <a:cs typeface="Arial"/>
                <a:sym typeface="Arial"/>
              </a:defRPr>
            </a:lvl2pPr>
            <a:lvl3pPr indent="-355600" lvl="2" marL="1371600" marR="0" rtl="0" algn="l">
              <a:lnSpc>
                <a:spcPct val="11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11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30200" lvl="4" marL="2286000" marR="0" rtl="0" algn="l">
              <a:lnSpc>
                <a:spcPct val="110000"/>
              </a:lnSpc>
              <a:spcBef>
                <a:spcPts val="500"/>
              </a:spcBef>
              <a:spcAft>
                <a:spcPts val="0"/>
              </a:spcAft>
              <a:buClr>
                <a:schemeClr val="accent2"/>
              </a:buClr>
              <a:buSzPts val="1600"/>
              <a:buFont typeface="Noto Sans Symbols"/>
              <a:buChar char="⬩"/>
              <a:defRPr b="0" i="0" sz="16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 name="Google Shape;16;p11"/>
          <p:cNvSpPr txBox="1"/>
          <p:nvPr>
            <p:ph idx="10" type="dt"/>
          </p:nvPr>
        </p:nvSpPr>
        <p:spPr>
          <a:xfrm>
            <a:off x="420624" y="6217920"/>
            <a:ext cx="2743200" cy="6400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 name="Google Shape;17;p11"/>
          <p:cNvSpPr txBox="1"/>
          <p:nvPr>
            <p:ph idx="11" type="ftr"/>
          </p:nvPr>
        </p:nvSpPr>
        <p:spPr>
          <a:xfrm>
            <a:off x="3767328" y="6217920"/>
            <a:ext cx="7196328" cy="64008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 name="Google Shape;18;p11"/>
          <p:cNvSpPr txBox="1"/>
          <p:nvPr>
            <p:ph idx="12" type="sldNum"/>
          </p:nvPr>
        </p:nvSpPr>
        <p:spPr>
          <a:xfrm>
            <a:off x="11503152" y="-18288"/>
            <a:ext cx="685800" cy="6858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i="0" sz="1200" u="none" cap="none" strike="noStrike">
                <a:solidFill>
                  <a:schemeClr val="dk2"/>
                </a:solidFill>
                <a:latin typeface="Arial"/>
                <a:ea typeface="Arial"/>
                <a:cs typeface="Arial"/>
                <a:sym typeface="Arial"/>
              </a:defRPr>
            </a:lvl1pPr>
            <a:lvl2pPr indent="0" lvl="1" marL="0" marR="0" rtl="0" algn="ctr">
              <a:spcBef>
                <a:spcPts val="0"/>
              </a:spcBef>
              <a:buNone/>
              <a:defRPr b="0" i="0" sz="1200" u="none" cap="none" strike="noStrike">
                <a:solidFill>
                  <a:schemeClr val="dk2"/>
                </a:solidFill>
                <a:latin typeface="Arial"/>
                <a:ea typeface="Arial"/>
                <a:cs typeface="Arial"/>
                <a:sym typeface="Arial"/>
              </a:defRPr>
            </a:lvl2pPr>
            <a:lvl3pPr indent="0" lvl="2" marL="0" marR="0" rtl="0" algn="ctr">
              <a:spcBef>
                <a:spcPts val="0"/>
              </a:spcBef>
              <a:buNone/>
              <a:defRPr b="0" i="0" sz="1200" u="none" cap="none" strike="noStrike">
                <a:solidFill>
                  <a:schemeClr val="dk2"/>
                </a:solidFill>
                <a:latin typeface="Arial"/>
                <a:ea typeface="Arial"/>
                <a:cs typeface="Arial"/>
                <a:sym typeface="Arial"/>
              </a:defRPr>
            </a:lvl3pPr>
            <a:lvl4pPr indent="0" lvl="3" marL="0" marR="0" rtl="0" algn="ctr">
              <a:spcBef>
                <a:spcPts val="0"/>
              </a:spcBef>
              <a:buNone/>
              <a:defRPr b="0" i="0" sz="1200" u="none" cap="none" strike="noStrike">
                <a:solidFill>
                  <a:schemeClr val="dk2"/>
                </a:solidFill>
                <a:latin typeface="Arial"/>
                <a:ea typeface="Arial"/>
                <a:cs typeface="Arial"/>
                <a:sym typeface="Arial"/>
              </a:defRPr>
            </a:lvl4pPr>
            <a:lvl5pPr indent="0" lvl="4" marL="0" marR="0" rtl="0" algn="ctr">
              <a:spcBef>
                <a:spcPts val="0"/>
              </a:spcBef>
              <a:buNone/>
              <a:defRPr b="0" i="0" sz="1200" u="none" cap="none" strike="noStrike">
                <a:solidFill>
                  <a:schemeClr val="dk2"/>
                </a:solidFill>
                <a:latin typeface="Arial"/>
                <a:ea typeface="Arial"/>
                <a:cs typeface="Arial"/>
                <a:sym typeface="Arial"/>
              </a:defRPr>
            </a:lvl5pPr>
            <a:lvl6pPr indent="0" lvl="5" marL="0" marR="0" rtl="0" algn="ctr">
              <a:spcBef>
                <a:spcPts val="0"/>
              </a:spcBef>
              <a:buNone/>
              <a:defRPr b="0" i="0" sz="1200" u="none" cap="none" strike="noStrike">
                <a:solidFill>
                  <a:schemeClr val="dk2"/>
                </a:solidFill>
                <a:latin typeface="Arial"/>
                <a:ea typeface="Arial"/>
                <a:cs typeface="Arial"/>
                <a:sym typeface="Arial"/>
              </a:defRPr>
            </a:lvl6pPr>
            <a:lvl7pPr indent="0" lvl="6" marL="0" marR="0" rtl="0" algn="ctr">
              <a:spcBef>
                <a:spcPts val="0"/>
              </a:spcBef>
              <a:buNone/>
              <a:defRPr b="0" i="0" sz="1200" u="none" cap="none" strike="noStrike">
                <a:solidFill>
                  <a:schemeClr val="dk2"/>
                </a:solidFill>
                <a:latin typeface="Arial"/>
                <a:ea typeface="Arial"/>
                <a:cs typeface="Arial"/>
                <a:sym typeface="Arial"/>
              </a:defRPr>
            </a:lvl7pPr>
            <a:lvl8pPr indent="0" lvl="7" marL="0" marR="0" rtl="0" algn="ctr">
              <a:spcBef>
                <a:spcPts val="0"/>
              </a:spcBef>
              <a:buNone/>
              <a:defRPr b="0" i="0" sz="1200" u="none" cap="none" strike="noStrike">
                <a:solidFill>
                  <a:schemeClr val="dk2"/>
                </a:solidFill>
                <a:latin typeface="Arial"/>
                <a:ea typeface="Arial"/>
                <a:cs typeface="Arial"/>
                <a:sym typeface="Arial"/>
              </a:defRPr>
            </a:lvl8pPr>
            <a:lvl9pPr indent="0" lvl="8" marL="0" marR="0" rtl="0" algn="ctr">
              <a:spcBef>
                <a:spcPts val="0"/>
              </a:spcBef>
              <a:buNone/>
              <a:defRPr b="0" i="0" sz="12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ieeexplore.ieee.org/author/220125985738882" TargetMode="External"/><Relationship Id="rId4" Type="http://schemas.openxmlformats.org/officeDocument/2006/relationships/hyperlink" Target="https://ieeexplore.ieee.org/author/524518413125264" TargetMode="External"/><Relationship Id="rId5" Type="http://schemas.openxmlformats.org/officeDocument/2006/relationships/hyperlink" Target="https://ieeexplore.ieee.org/author/37085586258" TargetMode="External"/><Relationship Id="rId6" Type="http://schemas.openxmlformats.org/officeDocument/2006/relationships/hyperlink" Target="https://ieeexplore.ieee.org/xpl/conhome/10924471/proceeding" TargetMode="External"/><Relationship Id="rId7"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hyperlink" Target="https://kang-tae-heon.tistory.com/122" TargetMode="External"/><Relationship Id="rId5" Type="http://schemas.openxmlformats.org/officeDocument/2006/relationships/hyperlink" Target="https://creativecommons.org/licenses/by-nc-nd/3.0/" TargetMode="External"/><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
          <p:cNvSpPr txBox="1"/>
          <p:nvPr>
            <p:ph type="title"/>
          </p:nvPr>
        </p:nvSpPr>
        <p:spPr>
          <a:xfrm>
            <a:off x="1828932" y="1115167"/>
            <a:ext cx="8534136" cy="465538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2"/>
              </a:buClr>
              <a:buSzPts val="4000"/>
              <a:buFont typeface="Arial"/>
              <a:buNone/>
            </a:pPr>
            <a:r>
              <a:rPr b="1" lang="en-IN" sz="4000"/>
              <a:t>AI-Powered Surveillance System for</a:t>
            </a:r>
            <a:br>
              <a:rPr b="1" lang="en-IN" sz="4000"/>
            </a:br>
            <a:r>
              <a:rPr b="1" lang="en-IN" sz="4000"/>
              <a:t> Real-Time Anomaly Detection</a:t>
            </a:r>
            <a:endParaRPr sz="4000"/>
          </a:p>
          <a:p>
            <a:pPr indent="0" lvl="0" marL="0" rtl="0" algn="ctr">
              <a:lnSpc>
                <a:spcPct val="90000"/>
              </a:lnSpc>
              <a:spcBef>
                <a:spcPts val="0"/>
              </a:spcBef>
              <a:spcAft>
                <a:spcPts val="0"/>
              </a:spcAft>
              <a:buClr>
                <a:schemeClr val="dk2"/>
              </a:buClr>
              <a:buSzPts val="4000"/>
              <a:buFont typeface="Arial"/>
              <a:buNone/>
            </a:pPr>
            <a:r>
              <a:rPr lang="en-IN" sz="4000"/>
              <a:t>Using YOLOv8, OpenCV &amp; Streamlit Dashboard</a:t>
            </a:r>
            <a:endParaRPr sz="4000"/>
          </a:p>
          <a:p>
            <a:pPr indent="0" lvl="0" marL="0" rtl="0" algn="ctr">
              <a:lnSpc>
                <a:spcPct val="90000"/>
              </a:lnSpc>
              <a:spcBef>
                <a:spcPts val="0"/>
              </a:spcBef>
              <a:spcAft>
                <a:spcPts val="0"/>
              </a:spcAft>
              <a:buClr>
                <a:schemeClr val="dk2"/>
              </a:buClr>
              <a:buSzPts val="7200"/>
              <a:buFont typeface="Arial"/>
              <a:buNone/>
            </a:pPr>
            <a:r>
              <a:t/>
            </a:r>
            <a:endParaRPr b="1"/>
          </a:p>
          <a:p>
            <a:pPr indent="0" lvl="0" marL="0" rtl="0" algn="ctr">
              <a:lnSpc>
                <a:spcPct val="90000"/>
              </a:lnSpc>
              <a:spcBef>
                <a:spcPts val="0"/>
              </a:spcBef>
              <a:spcAft>
                <a:spcPts val="0"/>
              </a:spcAft>
              <a:buClr>
                <a:schemeClr val="dk2"/>
              </a:buClr>
              <a:buSzPts val="7200"/>
              <a:buFont typeface="Arial"/>
              <a:buNone/>
            </a:pPr>
            <a:r>
              <a:t/>
            </a:r>
            <a:endParaRPr/>
          </a:p>
        </p:txBody>
      </p:sp>
      <p:sp>
        <p:nvSpPr>
          <p:cNvPr id="178" name="Google Shape;178;p1"/>
          <p:cNvSpPr txBox="1"/>
          <p:nvPr/>
        </p:nvSpPr>
        <p:spPr>
          <a:xfrm>
            <a:off x="1479600" y="4424175"/>
            <a:ext cx="3331200" cy="184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2400" u="none" cap="none" strike="noStrike">
                <a:solidFill>
                  <a:schemeClr val="dk1"/>
                </a:solidFill>
                <a:latin typeface="Arial"/>
                <a:ea typeface="Arial"/>
                <a:cs typeface="Arial"/>
                <a:sym typeface="Arial"/>
              </a:rPr>
              <a:t>Presented By</a:t>
            </a:r>
            <a:endParaRPr sz="2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24KN1A0507 :Gayathri</a:t>
            </a:r>
            <a:r>
              <a:rPr lang="en-IN" sz="1800">
                <a:solidFill>
                  <a:schemeClr val="dk1"/>
                </a:solidFill>
              </a:rPr>
              <a:t> </a:t>
            </a:r>
            <a:r>
              <a:rPr lang="en-IN" sz="1800">
                <a:solidFill>
                  <a:schemeClr val="dk1"/>
                </a:solidFill>
                <a:latin typeface="Arial"/>
                <a:ea typeface="Arial"/>
                <a:cs typeface="Arial"/>
                <a:sym typeface="Arial"/>
              </a:rPr>
              <a:t>A</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24KN1A0539 : Aashritha B</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24KN1A0511 : Bhanu sri A</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24KN1A0524 : Mahesh B</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1"/>
          <p:cNvSpPr txBox="1"/>
          <p:nvPr/>
        </p:nvSpPr>
        <p:spPr>
          <a:xfrm>
            <a:off x="6903849" y="4569875"/>
            <a:ext cx="3523200" cy="1354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chemeClr val="dk1"/>
                </a:solidFill>
                <a:latin typeface="Arial"/>
                <a:ea typeface="Arial"/>
                <a:cs typeface="Arial"/>
                <a:sym typeface="Arial"/>
              </a:rPr>
              <a:t>Guided By</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IN" sz="2000">
                <a:solidFill>
                  <a:schemeClr val="dk1"/>
                </a:solidFill>
                <a:latin typeface="Arial"/>
                <a:ea typeface="Arial"/>
                <a:cs typeface="Arial"/>
                <a:sym typeface="Arial"/>
              </a:rPr>
              <a:t>Mr. M.V.P Umamaheshwar Rao Sir</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 name="Google Shape;180;p1"/>
          <p:cNvSpPr txBox="1"/>
          <p:nvPr/>
        </p:nvSpPr>
        <p:spPr>
          <a:xfrm>
            <a:off x="6903850" y="5685650"/>
            <a:ext cx="5442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Arial"/>
                <a:ea typeface="Arial"/>
                <a:cs typeface="Arial"/>
                <a:sym typeface="Arial"/>
              </a:rPr>
              <a:t>Department of Computer Science &amp; Engineer</a:t>
            </a:r>
            <a:r>
              <a:rPr lang="en-IN" sz="1800">
                <a:solidFill>
                  <a:schemeClr val="dk1"/>
                </a:solidFill>
              </a:rPr>
              <a:t>ing</a:t>
            </a:r>
            <a:endParaRPr sz="1800">
              <a:solidFill>
                <a:schemeClr val="dk1"/>
              </a:solidFill>
              <a:latin typeface="Arial"/>
              <a:ea typeface="Arial"/>
              <a:cs typeface="Arial"/>
              <a:sym typeface="Arial"/>
            </a:endParaRPr>
          </a:p>
        </p:txBody>
      </p:sp>
      <p:pic>
        <p:nvPicPr>
          <p:cNvPr descr="Kamera Cctv Güvenlik · Pixabay'da ücretsiz vektör grafik" id="181" name="Google Shape;181;p1"/>
          <p:cNvPicPr preferRelativeResize="0"/>
          <p:nvPr/>
        </p:nvPicPr>
        <p:blipFill rotWithShape="1">
          <a:blip r:embed="rId3">
            <a:alphaModFix/>
          </a:blip>
          <a:srcRect b="0" l="0" r="0" t="0"/>
          <a:stretch/>
        </p:blipFill>
        <p:spPr>
          <a:xfrm>
            <a:off x="759958" y="1286328"/>
            <a:ext cx="1382940" cy="1041401"/>
          </a:xfrm>
          <a:prstGeom prst="rect">
            <a:avLst/>
          </a:prstGeom>
          <a:noFill/>
          <a:ln>
            <a:noFill/>
          </a:ln>
        </p:spPr>
      </p:pic>
      <p:pic>
        <p:nvPicPr>
          <p:cNvPr id="182" name="Google Shape;182;p1"/>
          <p:cNvPicPr preferRelativeResize="0"/>
          <p:nvPr/>
        </p:nvPicPr>
        <p:blipFill rotWithShape="1">
          <a:blip r:embed="rId4">
            <a:alphaModFix/>
          </a:blip>
          <a:srcRect b="0" l="0" r="0" t="0"/>
          <a:stretch/>
        </p:blipFill>
        <p:spPr>
          <a:xfrm>
            <a:off x="10144904" y="838515"/>
            <a:ext cx="1122863" cy="1186930"/>
          </a:xfrm>
          <a:prstGeom prst="rect">
            <a:avLst/>
          </a:prstGeom>
          <a:noFill/>
          <a:ln cap="rnd" cmpd="sng" w="127000">
            <a:solidFill>
              <a:srgbClr val="FFFFFF"/>
            </a:solidFill>
            <a:prstDash val="solid"/>
            <a:round/>
            <a:headEnd len="sm" w="sm" type="none"/>
            <a:tailEnd len="sm" w="sm" type="none"/>
          </a:ln>
          <a:effectLst>
            <a:outerShdw blurRad="76200" sx="97000" kx="900000" rotWithShape="0" algn="br" dir="10500000" dist="95250" sy="2300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
          <p:cNvSpPr txBox="1"/>
          <p:nvPr>
            <p:ph type="title"/>
          </p:nvPr>
        </p:nvSpPr>
        <p:spPr>
          <a:xfrm>
            <a:off x="992448" y="1107659"/>
            <a:ext cx="10778937" cy="65064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Arial"/>
              <a:buNone/>
            </a:pPr>
            <a:r>
              <a:rPr b="1" lang="en-IN"/>
              <a:t>                            ABSTRACT</a:t>
            </a:r>
            <a:endParaRPr/>
          </a:p>
        </p:txBody>
      </p:sp>
      <p:sp>
        <p:nvSpPr>
          <p:cNvPr id="189" name="Google Shape;189;p2"/>
          <p:cNvSpPr txBox="1"/>
          <p:nvPr>
            <p:ph idx="12" type="sldNum"/>
          </p:nvPr>
        </p:nvSpPr>
        <p:spPr>
          <a:xfrm>
            <a:off x="11503152" y="0"/>
            <a:ext cx="6858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190" name="Google Shape;190;p2"/>
          <p:cNvSpPr txBox="1"/>
          <p:nvPr/>
        </p:nvSpPr>
        <p:spPr>
          <a:xfrm>
            <a:off x="11503152" y="0"/>
            <a:ext cx="685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IN"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
        <p:nvSpPr>
          <p:cNvPr id="191" name="Google Shape;191;p2"/>
          <p:cNvSpPr txBox="1"/>
          <p:nvPr/>
        </p:nvSpPr>
        <p:spPr>
          <a:xfrm>
            <a:off x="813916" y="2305359"/>
            <a:ext cx="11093381" cy="3477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000">
                <a:solidFill>
                  <a:schemeClr val="dk1"/>
                </a:solidFill>
                <a:latin typeface="Arial"/>
                <a:ea typeface="Arial"/>
                <a:cs typeface="Arial"/>
                <a:sym typeface="Arial"/>
              </a:rPr>
              <a:t>The rise in urban crime rates and the shortcomings of conventional monitoring techniques have led to a sharp surge in the need for automated and intelligent surveillance systems in recent years. This study presents a smart surveillance and crime detection system that uses deep learning and artificial intelligence (AI) to identify illegal activity in real time. The system incorporates a number of sophisticated models, including Convolutional Neural Networks (CNNs) for behavioural analysis, Insight Face for facial recognition, and YOLOv8 for weapon and object identification. By comparing live video feeds from security cameras to a criminal database, it can detect faces, track human activity, and identify suspect things. The technology notifies the relevant authorities in real time when it detects abnormalities like weapons, known criminals, or violent conduct. This proactive approach seeks to enhance public safety, assist law enforcement, and lower crime rates. The system showed great accuracy and low latency when tested on public datasets and sample footage, suggesting that it might be implemented in actual security systems.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
          <p:cNvSpPr txBox="1"/>
          <p:nvPr/>
        </p:nvSpPr>
        <p:spPr>
          <a:xfrm>
            <a:off x="4131600" y="-526751"/>
            <a:ext cx="32202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dk1"/>
                </a:solidFill>
                <a:latin typeface="Arial"/>
                <a:ea typeface="Arial"/>
                <a:cs typeface="Arial"/>
                <a:sym typeface="Arial"/>
              </a:rPr>
              <a:t>  </a:t>
            </a:r>
            <a:r>
              <a:rPr b="1" lang="en-IN" sz="3600">
                <a:solidFill>
                  <a:schemeClr val="dk1"/>
                </a:solidFill>
                <a:latin typeface="Arial"/>
                <a:ea typeface="Arial"/>
                <a:cs typeface="Arial"/>
                <a:sym typeface="Arial"/>
              </a:rPr>
              <a:t>     BASEPAPER</a:t>
            </a:r>
            <a:endParaRPr/>
          </a:p>
        </p:txBody>
      </p:sp>
      <p:sp>
        <p:nvSpPr>
          <p:cNvPr id="198" name="Google Shape;198;p3"/>
          <p:cNvSpPr txBox="1"/>
          <p:nvPr/>
        </p:nvSpPr>
        <p:spPr>
          <a:xfrm>
            <a:off x="820996" y="673852"/>
            <a:ext cx="4572000" cy="44319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chemeClr val="dk1"/>
                </a:solidFill>
                <a:latin typeface="Arial"/>
                <a:ea typeface="Arial"/>
                <a:cs typeface="Arial"/>
                <a:sym typeface="Arial"/>
              </a:rPr>
              <a:t>Authors</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N" sz="1800" u="sng">
                <a:solidFill>
                  <a:schemeClr val="dk1"/>
                </a:solidFill>
                <a:latin typeface="Arial"/>
                <a:ea typeface="Arial"/>
                <a:cs typeface="Arial"/>
                <a:sym typeface="Arial"/>
                <a:hlinkClick r:id="rId3">
                  <a:extLst>
                    <a:ext uri="{A12FA001-AC4F-418D-AE19-62706E023703}">
                      <ahyp:hlinkClr val="tx"/>
                    </a:ext>
                  </a:extLst>
                </a:hlinkClick>
              </a:rPr>
              <a:t>Harsh K. Dave</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N" sz="1800">
                <a:solidFill>
                  <a:schemeClr val="dk1"/>
                </a:solidFill>
                <a:latin typeface="Arial"/>
                <a:ea typeface="Arial"/>
                <a:cs typeface="Arial"/>
                <a:sym typeface="Arial"/>
              </a:rPr>
              <a:t>CSE, PIET, Parul University, Vadodara, India</a:t>
            </a:r>
            <a:endParaRPr/>
          </a:p>
          <a:p>
            <a:pPr indent="0" lvl="0" marL="0" marR="0" rtl="0" algn="l">
              <a:spcBef>
                <a:spcPts val="0"/>
              </a:spcBef>
              <a:spcAft>
                <a:spcPts val="0"/>
              </a:spcAft>
              <a:buNone/>
            </a:pPr>
            <a:r>
              <a:rPr lang="en-IN" sz="1800" u="sng">
                <a:solidFill>
                  <a:schemeClr val="dk1"/>
                </a:solidFill>
                <a:latin typeface="Arial"/>
                <a:ea typeface="Arial"/>
                <a:cs typeface="Arial"/>
                <a:sym typeface="Arial"/>
                <a:hlinkClick r:id="rId4">
                  <a:extLst>
                    <a:ext uri="{A12FA001-AC4F-418D-AE19-62706E023703}">
                      <ahyp:hlinkClr val="tx"/>
                    </a:ext>
                  </a:extLst>
                </a:hlinkClick>
              </a:rPr>
              <a:t>Sparsh J. Pathak</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N" sz="1800">
                <a:solidFill>
                  <a:schemeClr val="dk1"/>
                </a:solidFill>
                <a:latin typeface="Arial"/>
                <a:ea typeface="Arial"/>
                <a:cs typeface="Arial"/>
                <a:sym typeface="Arial"/>
              </a:rPr>
              <a:t>CSE, PIET, Parul University, Vadodara, India</a:t>
            </a:r>
            <a:endParaRPr/>
          </a:p>
          <a:p>
            <a:pPr indent="0" lvl="0" marL="0" marR="0" rtl="0" algn="l">
              <a:spcBef>
                <a:spcPts val="0"/>
              </a:spcBef>
              <a:spcAft>
                <a:spcPts val="0"/>
              </a:spcAft>
              <a:buNone/>
            </a:pPr>
            <a:r>
              <a:rPr lang="en-IN" sz="1800" u="sng">
                <a:solidFill>
                  <a:schemeClr val="dk1"/>
                </a:solidFill>
                <a:latin typeface="Arial"/>
                <a:ea typeface="Arial"/>
                <a:cs typeface="Arial"/>
                <a:sym typeface="Arial"/>
                <a:hlinkClick r:id="rId5">
                  <a:extLst>
                    <a:ext uri="{A12FA001-AC4F-418D-AE19-62706E023703}">
                      <ahyp:hlinkClr val="tx"/>
                    </a:ext>
                  </a:extLst>
                </a:hlinkClick>
              </a:rPr>
              <a:t>Kamal Sutaria</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N" sz="1800">
                <a:solidFill>
                  <a:schemeClr val="dk1"/>
                </a:solidFill>
                <a:latin typeface="Arial"/>
                <a:ea typeface="Arial"/>
                <a:cs typeface="Arial"/>
                <a:sym typeface="Arial"/>
              </a:rPr>
              <a:t>Department of CSE, PIET, Parul University, Vadodara, India</a:t>
            </a:r>
            <a:br>
              <a:rPr b="1" lang="en-IN" sz="1800">
                <a:solidFill>
                  <a:schemeClr val="dk1"/>
                </a:solidFill>
                <a:latin typeface="Arial"/>
                <a:ea typeface="Arial"/>
                <a:cs typeface="Arial"/>
                <a:sym typeface="Arial"/>
              </a:rPr>
            </a:br>
            <a:r>
              <a:rPr b="1" lang="en-IN" sz="2400">
                <a:solidFill>
                  <a:schemeClr val="dk1"/>
                </a:solidFill>
                <a:latin typeface="Arial"/>
                <a:ea typeface="Arial"/>
                <a:cs typeface="Arial"/>
                <a:sym typeface="Arial"/>
              </a:rPr>
              <a:t>Published In</a:t>
            </a:r>
            <a:endParaRPr b="1" sz="2400">
              <a:solidFill>
                <a:schemeClr val="dk1"/>
              </a:solidFill>
              <a:latin typeface="Arial"/>
              <a:ea typeface="Arial"/>
              <a:cs typeface="Arial"/>
              <a:sym typeface="Arial"/>
            </a:endParaRPr>
          </a:p>
          <a:p>
            <a:pPr indent="0" lvl="0" marL="0" marR="0" rtl="0" algn="l">
              <a:spcBef>
                <a:spcPts val="0"/>
              </a:spcBef>
              <a:spcAft>
                <a:spcPts val="0"/>
              </a:spcAft>
              <a:buNone/>
            </a:pPr>
            <a:r>
              <a:rPr b="1" lang="en-IN" sz="1800">
                <a:solidFill>
                  <a:schemeClr val="dk1"/>
                </a:solidFill>
                <a:latin typeface="Arial"/>
                <a:ea typeface="Arial"/>
                <a:cs typeface="Arial"/>
                <a:sym typeface="Arial"/>
              </a:rPr>
              <a:t> </a:t>
            </a:r>
            <a:r>
              <a:rPr lang="en-IN" sz="1800" u="sng">
                <a:solidFill>
                  <a:schemeClr val="dk1"/>
                </a:solidFill>
                <a:latin typeface="Arial"/>
                <a:ea typeface="Arial"/>
                <a:cs typeface="Arial"/>
                <a:sym typeface="Arial"/>
                <a:hlinkClick r:id="rId6">
                  <a:extLst>
                    <a:ext uri="{A12FA001-AC4F-418D-AE19-62706E023703}">
                      <ahyp:hlinkClr val="tx"/>
                    </a:ext>
                  </a:extLst>
                </a:hlinkClick>
              </a:rPr>
              <a:t>2025 IEEE 6th International Conference on Image Processing, Applications and Systems (IPAS)</a:t>
            </a:r>
            <a:endParaRPr sz="1800">
              <a:solidFill>
                <a:schemeClr val="dk1"/>
              </a:solidFill>
              <a:latin typeface="Arial"/>
              <a:ea typeface="Arial"/>
              <a:cs typeface="Arial"/>
              <a:sym typeface="Arial"/>
            </a:endParaRPr>
          </a:p>
          <a:p>
            <a:pPr indent="0" lvl="0" marL="0" marR="0" rtl="0" algn="l">
              <a:spcBef>
                <a:spcPts val="0"/>
              </a:spcBef>
              <a:spcAft>
                <a:spcPts val="0"/>
              </a:spcAft>
              <a:buNone/>
            </a:pPr>
            <a:br>
              <a:rPr lang="en-IN"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 name="Google Shape;199;p3"/>
          <p:cNvSpPr txBox="1"/>
          <p:nvPr/>
        </p:nvSpPr>
        <p:spPr>
          <a:xfrm>
            <a:off x="821000" y="4825127"/>
            <a:ext cx="4466100" cy="2339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dk1"/>
                </a:solidFill>
                <a:latin typeface="Arial"/>
                <a:ea typeface="Arial"/>
                <a:cs typeface="Arial"/>
                <a:sym typeface="Arial"/>
              </a:rPr>
              <a:t>Motivation for Our Project</a:t>
            </a:r>
            <a:endParaRPr/>
          </a:p>
          <a:p>
            <a:pPr indent="0" lvl="0" marL="0" marR="0" rtl="0" algn="l">
              <a:spcBef>
                <a:spcPts val="0"/>
              </a:spcBef>
              <a:spcAft>
                <a:spcPts val="0"/>
              </a:spcAft>
              <a:buNone/>
            </a:pPr>
            <a:r>
              <a:rPr lang="en-IN" sz="1800">
                <a:solidFill>
                  <a:schemeClr val="dk1"/>
                </a:solidFill>
                <a:latin typeface="Arial"/>
                <a:ea typeface="Arial"/>
                <a:cs typeface="Arial"/>
                <a:sym typeface="Arial"/>
              </a:rPr>
              <a:t>This paper inspired our work by demonstrating how Artificial Intelligence and Computer Vision can automate surveillance systems. Our project focuses on lightweight anomaly detection using YOLOv8 and OpenCV.</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00" name="Google Shape;200;p3"/>
          <p:cNvPicPr preferRelativeResize="0"/>
          <p:nvPr/>
        </p:nvPicPr>
        <p:blipFill rotWithShape="1">
          <a:blip r:embed="rId7">
            <a:alphaModFix/>
          </a:blip>
          <a:srcRect b="0" l="0" r="0" t="0"/>
          <a:stretch/>
        </p:blipFill>
        <p:spPr>
          <a:xfrm>
            <a:off x="5287100" y="673850"/>
            <a:ext cx="6904899" cy="6314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
          <p:cNvSpPr txBox="1"/>
          <p:nvPr>
            <p:ph type="title"/>
          </p:nvPr>
        </p:nvSpPr>
        <p:spPr>
          <a:xfrm>
            <a:off x="1016522" y="-158315"/>
            <a:ext cx="9733538" cy="18837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IN"/>
              <a:t>                        </a:t>
            </a:r>
            <a:r>
              <a:rPr b="1" lang="en-IN"/>
              <a:t>OBJECTIVES</a:t>
            </a:r>
            <a:br>
              <a:rPr lang="en-IN"/>
            </a:br>
            <a:endParaRPr/>
          </a:p>
        </p:txBody>
      </p:sp>
      <p:sp>
        <p:nvSpPr>
          <p:cNvPr id="207" name="Google Shape;207;p4"/>
          <p:cNvSpPr txBox="1"/>
          <p:nvPr>
            <p:ph idx="1" type="body"/>
          </p:nvPr>
        </p:nvSpPr>
        <p:spPr>
          <a:xfrm>
            <a:off x="1610867" y="1127760"/>
            <a:ext cx="8544849" cy="4192951"/>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0000"/>
              </a:lnSpc>
              <a:spcBef>
                <a:spcPts val="0"/>
              </a:spcBef>
              <a:spcAft>
                <a:spcPts val="0"/>
              </a:spcAft>
              <a:buSzPct val="100000"/>
              <a:buNone/>
            </a:pPr>
            <a:r>
              <a:rPr b="1" lang="en-IN" sz="2600"/>
              <a:t>Primary Objective</a:t>
            </a:r>
            <a:endParaRPr/>
          </a:p>
          <a:p>
            <a:pPr indent="-342900" lvl="0" marL="342900" rtl="0" algn="l">
              <a:lnSpc>
                <a:spcPct val="110000"/>
              </a:lnSpc>
              <a:spcBef>
                <a:spcPts val="1000"/>
              </a:spcBef>
              <a:spcAft>
                <a:spcPts val="0"/>
              </a:spcAft>
              <a:buSzPct val="100000"/>
              <a:buFont typeface="Noto Sans Symbols"/>
              <a:buChar char="❖"/>
            </a:pPr>
            <a:r>
              <a:rPr lang="en-IN" sz="2200"/>
              <a:t>Develop an intelligent surveillance system for real-time anomaly detection.</a:t>
            </a:r>
            <a:endParaRPr/>
          </a:p>
          <a:p>
            <a:pPr indent="0" lvl="0" marL="0" rtl="0" algn="l">
              <a:lnSpc>
                <a:spcPct val="110000"/>
              </a:lnSpc>
              <a:spcBef>
                <a:spcPts val="1000"/>
              </a:spcBef>
              <a:spcAft>
                <a:spcPts val="0"/>
              </a:spcAft>
              <a:buSzPct val="100000"/>
              <a:buNone/>
            </a:pPr>
            <a:r>
              <a:rPr b="1" lang="en-IN" sz="2600"/>
              <a:t>Specific Objectives</a:t>
            </a:r>
            <a:endParaRPr/>
          </a:p>
          <a:p>
            <a:pPr indent="-342900" lvl="0" marL="342900" rtl="0" algn="l">
              <a:lnSpc>
                <a:spcPct val="110000"/>
              </a:lnSpc>
              <a:spcBef>
                <a:spcPts val="1000"/>
              </a:spcBef>
              <a:spcAft>
                <a:spcPts val="0"/>
              </a:spcAft>
              <a:buSzPct val="100000"/>
              <a:buFont typeface="Noto Sans Symbols"/>
              <a:buChar char="❖"/>
            </a:pPr>
            <a:r>
              <a:rPr lang="en-IN" sz="2200"/>
              <a:t>Detect persons and objects.</a:t>
            </a:r>
            <a:endParaRPr/>
          </a:p>
          <a:p>
            <a:pPr indent="-342900" lvl="0" marL="342900" rtl="0" algn="l">
              <a:lnSpc>
                <a:spcPct val="110000"/>
              </a:lnSpc>
              <a:spcBef>
                <a:spcPts val="1000"/>
              </a:spcBef>
              <a:spcAft>
                <a:spcPts val="0"/>
              </a:spcAft>
              <a:buSzPct val="100000"/>
              <a:buFont typeface="Noto Sans Symbols"/>
              <a:buChar char="❖"/>
            </a:pPr>
            <a:r>
              <a:rPr lang="en-IN" sz="2200"/>
              <a:t>Track detected objects.</a:t>
            </a:r>
            <a:endParaRPr/>
          </a:p>
          <a:p>
            <a:pPr indent="-342900" lvl="0" marL="342900" rtl="0" algn="l">
              <a:lnSpc>
                <a:spcPct val="110000"/>
              </a:lnSpc>
              <a:spcBef>
                <a:spcPts val="1000"/>
              </a:spcBef>
              <a:spcAft>
                <a:spcPts val="0"/>
              </a:spcAft>
              <a:buSzPct val="100000"/>
              <a:buFont typeface="Noto Sans Symbols"/>
              <a:buChar char="❖"/>
            </a:pPr>
            <a:r>
              <a:rPr lang="en-IN" sz="2200"/>
              <a:t>Identify loitering.</a:t>
            </a:r>
            <a:endParaRPr/>
          </a:p>
          <a:p>
            <a:pPr indent="-342900" lvl="0" marL="342900" rtl="0" algn="l">
              <a:lnSpc>
                <a:spcPct val="110000"/>
              </a:lnSpc>
              <a:spcBef>
                <a:spcPts val="1000"/>
              </a:spcBef>
              <a:spcAft>
                <a:spcPts val="0"/>
              </a:spcAft>
              <a:buSzPct val="100000"/>
              <a:buFont typeface="Noto Sans Symbols"/>
              <a:buChar char="❖"/>
            </a:pPr>
            <a:r>
              <a:rPr lang="en-IN" sz="2200"/>
              <a:t>Detect abandoned objects.</a:t>
            </a:r>
            <a:endParaRPr/>
          </a:p>
          <a:p>
            <a:pPr indent="-342900" lvl="0" marL="342900" rtl="0" algn="l">
              <a:lnSpc>
                <a:spcPct val="110000"/>
              </a:lnSpc>
              <a:spcBef>
                <a:spcPts val="1000"/>
              </a:spcBef>
              <a:spcAft>
                <a:spcPts val="0"/>
              </a:spcAft>
              <a:buSzPct val="100000"/>
              <a:buFont typeface="Noto Sans Symbols"/>
              <a:buChar char="❖"/>
            </a:pPr>
            <a:r>
              <a:rPr lang="en-IN" sz="2200"/>
              <a:t>Generate real-time alerts.</a:t>
            </a:r>
            <a:endParaRPr/>
          </a:p>
          <a:p>
            <a:pPr indent="-342900" lvl="0" marL="342900" rtl="0" algn="l">
              <a:lnSpc>
                <a:spcPct val="110000"/>
              </a:lnSpc>
              <a:spcBef>
                <a:spcPts val="1000"/>
              </a:spcBef>
              <a:spcAft>
                <a:spcPts val="0"/>
              </a:spcAft>
              <a:buSzPct val="100000"/>
              <a:buFont typeface="Noto Sans Symbols"/>
              <a:buChar char="❖"/>
            </a:pPr>
            <a:r>
              <a:rPr lang="en-IN" sz="2200"/>
              <a:t>Store screenshots and logs.</a:t>
            </a:r>
            <a:endParaRPr/>
          </a:p>
          <a:p>
            <a:pPr indent="-342900" lvl="0" marL="342900" rtl="0" algn="l">
              <a:lnSpc>
                <a:spcPct val="110000"/>
              </a:lnSpc>
              <a:spcBef>
                <a:spcPts val="1000"/>
              </a:spcBef>
              <a:spcAft>
                <a:spcPts val="0"/>
              </a:spcAft>
              <a:buSzPct val="100000"/>
              <a:buFont typeface="Noto Sans Symbols"/>
              <a:buChar char="❖"/>
            </a:pPr>
            <a:r>
              <a:rPr lang="en-IN" sz="2200"/>
              <a:t>Visualize incidents through a dashboard.</a:t>
            </a:r>
            <a:endParaRPr/>
          </a:p>
          <a:p>
            <a:pPr indent="0" lvl="0" marL="0" rtl="0" algn="l">
              <a:lnSpc>
                <a:spcPct val="110000"/>
              </a:lnSpc>
              <a:spcBef>
                <a:spcPts val="1000"/>
              </a:spcBef>
              <a:spcAft>
                <a:spcPts val="0"/>
              </a:spcAft>
              <a:buSzPct val="100000"/>
              <a:buNone/>
            </a:pPr>
            <a:r>
              <a:t/>
            </a:r>
            <a:endParaRPr/>
          </a:p>
        </p:txBody>
      </p:sp>
      <p:sp>
        <p:nvSpPr>
          <p:cNvPr id="208" name="Google Shape;208;p4"/>
          <p:cNvSpPr txBox="1"/>
          <p:nvPr>
            <p:ph idx="12" type="sldNum"/>
          </p:nvPr>
        </p:nvSpPr>
        <p:spPr>
          <a:xfrm>
            <a:off x="11503152" y="0"/>
            <a:ext cx="6858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209" name="Google Shape;209;p4"/>
          <p:cNvSpPr txBox="1"/>
          <p:nvPr/>
        </p:nvSpPr>
        <p:spPr>
          <a:xfrm>
            <a:off x="11503152" y="0"/>
            <a:ext cx="685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IN"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5"/>
          <p:cNvSpPr txBox="1"/>
          <p:nvPr>
            <p:ph type="ctrTitle"/>
          </p:nvPr>
        </p:nvSpPr>
        <p:spPr>
          <a:xfrm>
            <a:off x="3580651" y="3"/>
            <a:ext cx="4303500" cy="843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b="1" lang="en-IN"/>
              <a:t>  Gap Analysis </a:t>
            </a:r>
            <a:endParaRPr/>
          </a:p>
        </p:txBody>
      </p:sp>
      <p:graphicFrame>
        <p:nvGraphicFramePr>
          <p:cNvPr id="216" name="Google Shape;216;p5"/>
          <p:cNvGraphicFramePr/>
          <p:nvPr/>
        </p:nvGraphicFramePr>
        <p:xfrm>
          <a:off x="650240" y="772160"/>
          <a:ext cx="3000000" cy="3000000"/>
        </p:xfrm>
        <a:graphic>
          <a:graphicData uri="http://schemas.openxmlformats.org/drawingml/2006/table">
            <a:tbl>
              <a:tblPr bandRow="1" firstRow="1">
                <a:noFill/>
                <a:tableStyleId>{2A562027-1C25-4835-8596-08891DB0B876}</a:tableStyleId>
              </a:tblPr>
              <a:tblGrid>
                <a:gridCol w="3616950"/>
                <a:gridCol w="3616950"/>
                <a:gridCol w="3759200"/>
              </a:tblGrid>
              <a:tr h="769250">
                <a:tc>
                  <a:txBody>
                    <a:bodyPr/>
                    <a:lstStyle/>
                    <a:p>
                      <a:pPr indent="0" lvl="0" marL="0" marR="0" rtl="0" algn="l">
                        <a:spcBef>
                          <a:spcPts val="0"/>
                        </a:spcBef>
                        <a:spcAft>
                          <a:spcPts val="0"/>
                        </a:spcAft>
                        <a:buClr>
                          <a:schemeClr val="dk1"/>
                        </a:buClr>
                        <a:buSzPts val="2400"/>
                        <a:buFont typeface="Arial"/>
                        <a:buNone/>
                      </a:pPr>
                      <a:r>
                        <a:rPr b="1" lang="en-IN" sz="2400" u="none" cap="none" strike="noStrike"/>
                        <a:t>Existing Research / System</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Arial"/>
                        <a:buNone/>
                      </a:pPr>
                      <a:r>
                        <a:rPr b="1" lang="en-IN" sz="2400" u="none" cap="none" strike="noStrike"/>
                        <a:t>Identified Gap</a:t>
                      </a:r>
                      <a:endParaRPr/>
                    </a:p>
                  </a:txBody>
                  <a:tcPr marT="45725" marB="45725" marR="91450" marL="91450" anchor="ctr"/>
                </a:tc>
                <a:tc>
                  <a:txBody>
                    <a:bodyPr/>
                    <a:lstStyle/>
                    <a:p>
                      <a:pPr indent="0" lvl="0" marL="0" marR="0" rtl="0" algn="l">
                        <a:spcBef>
                          <a:spcPts val="0"/>
                        </a:spcBef>
                        <a:spcAft>
                          <a:spcPts val="0"/>
                        </a:spcAft>
                        <a:buClr>
                          <a:schemeClr val="dk1"/>
                        </a:buClr>
                        <a:buSzPts val="2400"/>
                        <a:buFont typeface="Arial"/>
                        <a:buNone/>
                      </a:pPr>
                      <a:r>
                        <a:rPr b="1" lang="en-IN" sz="2400" u="none" cap="none" strike="noStrike"/>
                        <a:t>Proposed Solution</a:t>
                      </a:r>
                      <a:endParaRPr/>
                    </a:p>
                  </a:txBody>
                  <a:tcPr marT="45725" marB="45725" marR="91450" marL="91450" anchor="ctr"/>
                </a:tc>
              </a:tr>
              <a:tr h="769250">
                <a:tc>
                  <a:txBody>
                    <a:bodyPr/>
                    <a:lstStyle/>
                    <a:p>
                      <a:pPr indent="0" lvl="0" marL="0" marR="0" rtl="0" algn="l">
                        <a:spcBef>
                          <a:spcPts val="0"/>
                        </a:spcBef>
                        <a:spcAft>
                          <a:spcPts val="0"/>
                        </a:spcAft>
                        <a:buClr>
                          <a:schemeClr val="dk1"/>
                        </a:buClr>
                        <a:buSzPts val="1800"/>
                        <a:buFont typeface="Arial"/>
                        <a:buNone/>
                      </a:pPr>
                      <a:r>
                        <a:rPr lang="en-IN" sz="1800" u="none" cap="none" strike="noStrike"/>
                        <a:t>Traditional CCTV systems only record footage.</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No automatic detection of suspicious activities.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AI-based real-time anomaly detection.</a:t>
                      </a:r>
                      <a:endParaRPr/>
                    </a:p>
                  </a:txBody>
                  <a:tcPr marT="45725" marB="45725" marR="91450" marL="91450" anchor="ctr"/>
                </a:tc>
              </a:tr>
              <a:tr h="769250">
                <a:tc>
                  <a:txBody>
                    <a:bodyPr/>
                    <a:lstStyle/>
                    <a:p>
                      <a:pPr indent="0" lvl="0" marL="0" marR="0" rtl="0" algn="l">
                        <a:spcBef>
                          <a:spcPts val="0"/>
                        </a:spcBef>
                        <a:spcAft>
                          <a:spcPts val="0"/>
                        </a:spcAft>
                        <a:buClr>
                          <a:schemeClr val="dk1"/>
                        </a:buClr>
                        <a:buSzPts val="1800"/>
                        <a:buFont typeface="Arial"/>
                        <a:buNone/>
                      </a:pPr>
                      <a:r>
                        <a:rPr lang="en-IN" sz="1800" u="none" cap="none" strike="noStrike"/>
                        <a:t>Human operators continuously monitor cameras.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Human fatigue can lead to missed incidents.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Automated monitoring using YOLOv8.</a:t>
                      </a:r>
                      <a:endParaRPr/>
                    </a:p>
                  </a:txBody>
                  <a:tcPr marT="45725" marB="45725" marR="91450" marL="91450" anchor="ctr"/>
                </a:tc>
              </a:tr>
              <a:tr h="769250">
                <a:tc>
                  <a:txBody>
                    <a:bodyPr/>
                    <a:lstStyle/>
                    <a:p>
                      <a:pPr indent="0" lvl="0" marL="0" marR="0" rtl="0" algn="l">
                        <a:spcBef>
                          <a:spcPts val="0"/>
                        </a:spcBef>
                        <a:spcAft>
                          <a:spcPts val="0"/>
                        </a:spcAft>
                        <a:buClr>
                          <a:schemeClr val="dk1"/>
                        </a:buClr>
                        <a:buSzPts val="1800"/>
                        <a:buFont typeface="Arial"/>
                        <a:buNone/>
                      </a:pPr>
                      <a:r>
                        <a:rPr lang="en-IN" sz="1800" u="none" cap="none" strike="noStrike"/>
                        <a:t>Many surveillance systems focus only on object detection.</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Lack of behavioral analysis.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Detect loitering and abandoned objects.</a:t>
                      </a:r>
                      <a:endParaRPr/>
                    </a:p>
                  </a:txBody>
                  <a:tcPr marT="45725" marB="45725" marR="91450" marL="91450" anchor="ctr"/>
                </a:tc>
              </a:tr>
              <a:tr h="769250">
                <a:tc>
                  <a:txBody>
                    <a:bodyPr/>
                    <a:lstStyle/>
                    <a:p>
                      <a:pPr indent="0" lvl="0" marL="0" marR="0" rtl="0" algn="l">
                        <a:spcBef>
                          <a:spcPts val="0"/>
                        </a:spcBef>
                        <a:spcAft>
                          <a:spcPts val="0"/>
                        </a:spcAft>
                        <a:buClr>
                          <a:schemeClr val="dk1"/>
                        </a:buClr>
                        <a:buSzPts val="1800"/>
                        <a:buFont typeface="Arial"/>
                        <a:buNone/>
                      </a:pPr>
                      <a:r>
                        <a:rPr lang="en-IN" sz="1800" u="none" cap="none" strike="noStrike"/>
                        <a:t>Alerts are often generated after manual review.</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Delayed response to incidents.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Instant real-time alert generation.</a:t>
                      </a:r>
                      <a:endParaRPr/>
                    </a:p>
                  </a:txBody>
                  <a:tcPr marT="45725" marB="45725" marR="91450" marL="91450" anchor="ctr"/>
                </a:tc>
              </a:tr>
              <a:tr h="769250">
                <a:tc>
                  <a:txBody>
                    <a:bodyPr/>
                    <a:lstStyle/>
                    <a:p>
                      <a:pPr indent="0" lvl="0" marL="0" marR="0" rtl="0" algn="l">
                        <a:spcBef>
                          <a:spcPts val="0"/>
                        </a:spcBef>
                        <a:spcAft>
                          <a:spcPts val="0"/>
                        </a:spcAft>
                        <a:buClr>
                          <a:schemeClr val="dk1"/>
                        </a:buClr>
                        <a:buSzPts val="1800"/>
                        <a:buFont typeface="Arial"/>
                        <a:buNone/>
                      </a:pPr>
                      <a:r>
                        <a:rPr lang="en-IN" sz="1800" u="none" cap="none" strike="noStrike"/>
                        <a:t>Large amounts of video data are difficult to analyze.</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Time-consuming investigation process.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Automated event logging and dashboard visualization.</a:t>
                      </a:r>
                      <a:endParaRPr/>
                    </a:p>
                  </a:txBody>
                  <a:tcPr marT="45725" marB="45725" marR="91450" marL="91450" anchor="ctr"/>
                </a:tc>
              </a:tr>
              <a:tr h="769250">
                <a:tc>
                  <a:txBody>
                    <a:bodyPr/>
                    <a:lstStyle/>
                    <a:p>
                      <a:pPr indent="0" lvl="0" marL="0" marR="0" rtl="0" algn="l">
                        <a:spcBef>
                          <a:spcPts val="0"/>
                        </a:spcBef>
                        <a:spcAft>
                          <a:spcPts val="0"/>
                        </a:spcAft>
                        <a:buClr>
                          <a:schemeClr val="dk1"/>
                        </a:buClr>
                        <a:buSzPts val="1800"/>
                        <a:buFont typeface="Arial"/>
                        <a:buNone/>
                      </a:pPr>
                      <a:r>
                        <a:rPr lang="en-IN" sz="1800" u="none" cap="none" strike="noStrike"/>
                        <a:t>Advanced surveillance solutions are expensive.</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Limited accessibility for educational and small-scale deployments.</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Cost-effective solution using open-source tools.</a:t>
                      </a:r>
                      <a:endParaRPr/>
                    </a:p>
                  </a:txBody>
                  <a:tcPr marT="45725" marB="45725" marR="91450" marL="91450"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6"/>
          <p:cNvSpPr txBox="1"/>
          <p:nvPr>
            <p:ph type="ctrTitle"/>
          </p:nvPr>
        </p:nvSpPr>
        <p:spPr>
          <a:xfrm>
            <a:off x="422897" y="576263"/>
            <a:ext cx="5646541" cy="330449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IN" sz="3600"/>
              <a:t>Problem Statement</a:t>
            </a:r>
            <a:br>
              <a:rPr b="1" lang="en-IN" sz="3200"/>
            </a:br>
            <a:r>
              <a:rPr lang="en-IN" sz="3200"/>
              <a:t>To develop an AI-powered surveillance system capable of automatically monitoring CCTV footage and detecting suspicious activities in real time.</a:t>
            </a:r>
            <a:br>
              <a:rPr lang="en-IN" sz="3200"/>
            </a:br>
            <a:endParaRPr sz="3200"/>
          </a:p>
        </p:txBody>
      </p:sp>
      <p:sp>
        <p:nvSpPr>
          <p:cNvPr id="223" name="Google Shape;223;p6"/>
          <p:cNvSpPr txBox="1"/>
          <p:nvPr>
            <p:ph idx="1" type="body"/>
          </p:nvPr>
        </p:nvSpPr>
        <p:spPr>
          <a:xfrm>
            <a:off x="422275" y="4148138"/>
            <a:ext cx="4515485" cy="152876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t/>
            </a:r>
            <a:endParaRPr/>
          </a:p>
        </p:txBody>
      </p:sp>
      <p:sp>
        <p:nvSpPr>
          <p:cNvPr id="224" name="Google Shape;224;p6"/>
          <p:cNvSpPr txBox="1"/>
          <p:nvPr/>
        </p:nvSpPr>
        <p:spPr>
          <a:xfrm>
            <a:off x="6766561" y="258900"/>
            <a:ext cx="6268720" cy="63401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chemeClr val="dk1"/>
                </a:solidFill>
                <a:latin typeface="Arial"/>
                <a:ea typeface="Arial"/>
                <a:cs typeface="Arial"/>
                <a:sym typeface="Arial"/>
              </a:rPr>
              <a:t>          Proposed System Architecture</a:t>
            </a:r>
            <a:endParaRPr/>
          </a:p>
          <a:p>
            <a:pPr indent="0" lvl="0" marL="0" marR="0" rtl="0" algn="l">
              <a:spcBef>
                <a:spcPts val="0"/>
              </a:spcBef>
              <a:spcAft>
                <a:spcPts val="0"/>
              </a:spcAft>
              <a:buNone/>
            </a:pPr>
            <a:r>
              <a:t/>
            </a:r>
            <a:endParaRPr b="1" sz="2400">
              <a:solidFill>
                <a:schemeClr val="dk1"/>
              </a:solidFill>
              <a:latin typeface="Arial"/>
              <a:ea typeface="Arial"/>
              <a:cs typeface="Arial"/>
              <a:sym typeface="Arial"/>
            </a:endParaRPr>
          </a:p>
          <a:p>
            <a:pPr indent="0" lvl="0" marL="0" marR="0" rtl="0" algn="l">
              <a:spcBef>
                <a:spcPts val="0"/>
              </a:spcBef>
              <a:spcAft>
                <a:spcPts val="0"/>
              </a:spcAft>
              <a:buNone/>
            </a:pPr>
            <a:r>
              <a:rPr lang="en-IN" sz="2000">
                <a:solidFill>
                  <a:schemeClr val="dk1"/>
                </a:solidFill>
                <a:latin typeface="Arial"/>
                <a:ea typeface="Arial"/>
                <a:cs typeface="Arial"/>
                <a:sym typeface="Arial"/>
              </a:rPr>
              <a:t>Video Input</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          ↓</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OpenCV Frame Processing</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         ↓</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YOLOv8 Object Detection</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         ↓</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Object Tracking</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         ↓</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Anomaly Detection</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 Loitering Detection</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 Abandoned Object Detection</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          ↓</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Alert Generation</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          ↓</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CSV Logging</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         ↓</a:t>
            </a:r>
            <a:endParaRPr/>
          </a:p>
          <a:p>
            <a:pPr indent="0" lvl="0" marL="0" marR="0" rtl="0" algn="l">
              <a:spcBef>
                <a:spcPts val="0"/>
              </a:spcBef>
              <a:spcAft>
                <a:spcPts val="0"/>
              </a:spcAft>
              <a:buNone/>
            </a:pPr>
            <a:r>
              <a:rPr lang="en-IN" sz="2000">
                <a:solidFill>
                  <a:schemeClr val="dk1"/>
                </a:solidFill>
                <a:latin typeface="Arial"/>
                <a:ea typeface="Arial"/>
                <a:cs typeface="Arial"/>
                <a:sym typeface="Arial"/>
              </a:rPr>
              <a:t>Streamlit Dashboard</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25" name="Google Shape;225;p6"/>
          <p:cNvPicPr preferRelativeResize="0"/>
          <p:nvPr/>
        </p:nvPicPr>
        <p:blipFill rotWithShape="1">
          <a:blip r:embed="rId3">
            <a:alphaModFix/>
          </a:blip>
          <a:srcRect b="0" l="0" r="0" t="0"/>
          <a:stretch/>
        </p:blipFill>
        <p:spPr>
          <a:xfrm>
            <a:off x="312103" y="3428999"/>
            <a:ext cx="5336857" cy="2796282"/>
          </a:xfrm>
          <a:prstGeom prst="rect">
            <a:avLst/>
          </a:prstGeom>
          <a:noFill/>
          <a:ln>
            <a:noFill/>
          </a:ln>
        </p:spPr>
      </p:pic>
      <p:sp>
        <p:nvSpPr>
          <p:cNvPr id="226" name="Google Shape;226;p6"/>
          <p:cNvSpPr txBox="1"/>
          <p:nvPr/>
        </p:nvSpPr>
        <p:spPr>
          <a:xfrm>
            <a:off x="312103" y="6157129"/>
            <a:ext cx="5113338"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900" u="sng">
                <a:solidFill>
                  <a:schemeClr val="dk1"/>
                </a:solidFill>
                <a:latin typeface="Arial"/>
                <a:ea typeface="Arial"/>
                <a:cs typeface="Arial"/>
                <a:sym typeface="Arial"/>
                <a:hlinkClick r:id="rId4">
                  <a:extLst>
                    <a:ext uri="{A12FA001-AC4F-418D-AE19-62706E023703}">
                      <ahyp:hlinkClr val="tx"/>
                    </a:ext>
                  </a:extLst>
                </a:hlinkClick>
              </a:rPr>
              <a:t>This Photo</a:t>
            </a:r>
            <a:r>
              <a:rPr lang="en-IN" sz="900">
                <a:solidFill>
                  <a:schemeClr val="dk1"/>
                </a:solidFill>
                <a:latin typeface="Arial"/>
                <a:ea typeface="Arial"/>
                <a:cs typeface="Arial"/>
                <a:sym typeface="Arial"/>
              </a:rPr>
              <a:t> by Unknown Author is licensed under </a:t>
            </a:r>
            <a:r>
              <a:rPr lang="en-IN" sz="900" u="sng">
                <a:solidFill>
                  <a:schemeClr val="dk1"/>
                </a:solidFill>
                <a:latin typeface="Arial"/>
                <a:ea typeface="Arial"/>
                <a:cs typeface="Arial"/>
                <a:sym typeface="Arial"/>
                <a:hlinkClick r:id="rId5">
                  <a:extLst>
                    <a:ext uri="{A12FA001-AC4F-418D-AE19-62706E023703}">
                      <ahyp:hlinkClr val="tx"/>
                    </a:ext>
                  </a:extLst>
                </a:hlinkClick>
              </a:rPr>
              <a:t>CC BY-NC-ND</a:t>
            </a:r>
            <a:endParaRPr sz="900">
              <a:solidFill>
                <a:schemeClr val="dk1"/>
              </a:solidFill>
              <a:latin typeface="Arial"/>
              <a:ea typeface="Arial"/>
              <a:cs typeface="Arial"/>
              <a:sym typeface="Arial"/>
            </a:endParaRPr>
          </a:p>
        </p:txBody>
      </p:sp>
      <p:pic>
        <p:nvPicPr>
          <p:cNvPr id="227" name="Google Shape;227;p6"/>
          <p:cNvPicPr preferRelativeResize="0"/>
          <p:nvPr/>
        </p:nvPicPr>
        <p:blipFill rotWithShape="1">
          <a:blip r:embed="rId6">
            <a:alphaModFix/>
          </a:blip>
          <a:srcRect b="0" l="0" r="0" t="0"/>
          <a:stretch/>
        </p:blipFill>
        <p:spPr>
          <a:xfrm>
            <a:off x="5425461" y="481806"/>
            <a:ext cx="899738" cy="7848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7"/>
          <p:cNvSpPr txBox="1"/>
          <p:nvPr>
            <p:ph idx="12" type="sldNum"/>
          </p:nvPr>
        </p:nvSpPr>
        <p:spPr>
          <a:xfrm>
            <a:off x="11503152" y="0"/>
            <a:ext cx="6858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pic>
        <p:nvPicPr>
          <p:cNvPr id="234" name="Google Shape;234;p7"/>
          <p:cNvPicPr preferRelativeResize="0"/>
          <p:nvPr/>
        </p:nvPicPr>
        <p:blipFill rotWithShape="1">
          <a:blip r:embed="rId3">
            <a:alphaModFix/>
          </a:blip>
          <a:srcRect b="0" l="0" r="0" t="0"/>
          <a:stretch/>
        </p:blipFill>
        <p:spPr>
          <a:xfrm>
            <a:off x="1356852" y="0"/>
            <a:ext cx="10146300" cy="684268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8"/>
          <p:cNvSpPr txBox="1"/>
          <p:nvPr>
            <p:ph type="title"/>
          </p:nvPr>
        </p:nvSpPr>
        <p:spPr>
          <a:xfrm>
            <a:off x="420623" y="365760"/>
            <a:ext cx="11067089" cy="1325880"/>
          </a:xfrm>
          <a:prstGeom prst="rect">
            <a:avLst/>
          </a:prstGeom>
          <a:noFill/>
          <a:ln>
            <a:noFill/>
          </a:ln>
        </p:spPr>
        <p:txBody>
          <a:bodyPr anchorCtr="0" anchor="ctr" bIns="45700" lIns="91425" spcFirstLastPara="1" rIns="91425" wrap="square" tIns="45700">
            <a:normAutofit/>
          </a:bodyPr>
          <a:lstStyle/>
          <a:p>
            <a:pPr indent="0" lvl="0" marL="0" rtl="0" algn="l">
              <a:lnSpc>
                <a:spcPct val="63636"/>
              </a:lnSpc>
              <a:spcBef>
                <a:spcPts val="0"/>
              </a:spcBef>
              <a:spcAft>
                <a:spcPts val="0"/>
              </a:spcAft>
              <a:buClr>
                <a:schemeClr val="dk2"/>
              </a:buClr>
              <a:buSzPts val="4400"/>
              <a:buFont typeface="Arial"/>
              <a:buNone/>
            </a:pPr>
            <a:r>
              <a:rPr b="1" lang="en-IN"/>
              <a:t>TECHNOLOGIES USED </a:t>
            </a:r>
            <a:endParaRPr/>
          </a:p>
        </p:txBody>
      </p:sp>
      <p:sp>
        <p:nvSpPr>
          <p:cNvPr id="241" name="Google Shape;241;p8"/>
          <p:cNvSpPr txBox="1"/>
          <p:nvPr>
            <p:ph idx="12" type="sldNum"/>
          </p:nvPr>
        </p:nvSpPr>
        <p:spPr>
          <a:xfrm>
            <a:off x="11503152" y="0"/>
            <a:ext cx="6858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graphicFrame>
        <p:nvGraphicFramePr>
          <p:cNvPr id="242" name="Google Shape;242;p8"/>
          <p:cNvGraphicFramePr/>
          <p:nvPr/>
        </p:nvGraphicFramePr>
        <p:xfrm>
          <a:off x="2831690" y="1809135"/>
          <a:ext cx="3000000" cy="3000000"/>
        </p:xfrm>
        <a:graphic>
          <a:graphicData uri="http://schemas.openxmlformats.org/drawingml/2006/table">
            <a:tbl>
              <a:tblPr bandRow="1" firstRow="1">
                <a:noFill/>
                <a:tableStyleId>{2A562027-1C25-4835-8596-08891DB0B876}</a:tableStyleId>
              </a:tblPr>
              <a:tblGrid>
                <a:gridCol w="3652675"/>
                <a:gridCol w="3652675"/>
              </a:tblGrid>
              <a:tr h="539400">
                <a:tc>
                  <a:txBody>
                    <a:bodyPr/>
                    <a:lstStyle/>
                    <a:p>
                      <a:pPr indent="0" lvl="0" marL="0" marR="0" rtl="0" algn="l">
                        <a:spcBef>
                          <a:spcPts val="0"/>
                        </a:spcBef>
                        <a:spcAft>
                          <a:spcPts val="0"/>
                        </a:spcAft>
                        <a:buClr>
                          <a:schemeClr val="dk1"/>
                        </a:buClr>
                        <a:buSzPts val="1800"/>
                        <a:buFont typeface="Arial"/>
                        <a:buNone/>
                      </a:pPr>
                      <a:r>
                        <a:rPr lang="en-IN" sz="1800" u="none" cap="none" strike="noStrike"/>
                        <a:t>Technology</a:t>
                      </a:r>
                      <a:endParaRPr/>
                    </a:p>
                  </a:txBody>
                  <a:tcPr marT="45725" marB="45725" marR="91450" marL="91450" anchor="ctr"/>
                </a:tc>
                <a:tc>
                  <a:txBody>
                    <a:bodyPr/>
                    <a:lstStyle/>
                    <a:p>
                      <a:pPr indent="0" lvl="0" marL="0" marR="0" rtl="0" algn="l">
                        <a:spcBef>
                          <a:spcPts val="0"/>
                        </a:spcBef>
                        <a:spcAft>
                          <a:spcPts val="0"/>
                        </a:spcAft>
                        <a:buClr>
                          <a:schemeClr val="dk1"/>
                        </a:buClr>
                        <a:buSzPts val="1800"/>
                        <a:buFont typeface="Arial"/>
                        <a:buNone/>
                      </a:pPr>
                      <a:r>
                        <a:rPr lang="en-IN" sz="1800" u="none" cap="none" strike="noStrike"/>
                        <a:t>Purpose</a:t>
                      </a:r>
                      <a:endParaRPr/>
                    </a:p>
                  </a:txBody>
                  <a:tcPr marT="45725" marB="45725" marR="91450" marL="91450" anchor="ctr"/>
                </a:tc>
              </a:tr>
              <a:tr h="539400">
                <a:tc>
                  <a:txBody>
                    <a:bodyPr/>
                    <a:lstStyle/>
                    <a:p>
                      <a:pPr indent="0" lvl="0" marL="0" marR="0" rtl="0" algn="l">
                        <a:spcBef>
                          <a:spcPts val="0"/>
                        </a:spcBef>
                        <a:spcAft>
                          <a:spcPts val="0"/>
                        </a:spcAft>
                        <a:buNone/>
                      </a:pPr>
                      <a:r>
                        <a:rPr lang="en-IN" sz="1800" u="none" cap="none" strike="noStrike"/>
                        <a:t>Python</a:t>
                      </a:r>
                      <a:endParaRPr/>
                    </a:p>
                  </a:txBody>
                  <a:tcPr marT="45725" marB="45725" marR="91450" marL="91450"/>
                </a:tc>
                <a:tc>
                  <a:txBody>
                    <a:bodyPr/>
                    <a:lstStyle/>
                    <a:p>
                      <a:pPr indent="0" lvl="0" marL="0" marR="0" rtl="0" algn="l">
                        <a:spcBef>
                          <a:spcPts val="0"/>
                        </a:spcBef>
                        <a:spcAft>
                          <a:spcPts val="0"/>
                        </a:spcAft>
                        <a:buNone/>
                      </a:pPr>
                      <a:r>
                        <a:rPr lang="en-IN" sz="1800"/>
                        <a:t>Core Programming</a:t>
                      </a:r>
                      <a:endParaRPr/>
                    </a:p>
                  </a:txBody>
                  <a:tcPr marT="45725" marB="45725" marR="91450" marL="91450"/>
                </a:tc>
              </a:tr>
              <a:tr h="539400">
                <a:tc>
                  <a:txBody>
                    <a:bodyPr/>
                    <a:lstStyle/>
                    <a:p>
                      <a:pPr indent="0" lvl="0" marL="0" marR="0" rtl="0" algn="l">
                        <a:spcBef>
                          <a:spcPts val="0"/>
                        </a:spcBef>
                        <a:spcAft>
                          <a:spcPts val="0"/>
                        </a:spcAft>
                        <a:buNone/>
                      </a:pPr>
                      <a:r>
                        <a:rPr lang="en-IN" sz="1800"/>
                        <a:t>OpenCV</a:t>
                      </a:r>
                      <a:endParaRPr/>
                    </a:p>
                  </a:txBody>
                  <a:tcPr marT="45725" marB="45725" marR="91450" marL="91450"/>
                </a:tc>
                <a:tc>
                  <a:txBody>
                    <a:bodyPr/>
                    <a:lstStyle/>
                    <a:p>
                      <a:pPr indent="0" lvl="0" marL="0" marR="0" rtl="0" algn="l">
                        <a:spcBef>
                          <a:spcPts val="0"/>
                        </a:spcBef>
                        <a:spcAft>
                          <a:spcPts val="0"/>
                        </a:spcAft>
                        <a:buNone/>
                      </a:pPr>
                      <a:r>
                        <a:rPr lang="en-IN" sz="1800"/>
                        <a:t>Video Processing</a:t>
                      </a:r>
                      <a:endParaRPr/>
                    </a:p>
                  </a:txBody>
                  <a:tcPr marT="45725" marB="45725" marR="91450" marL="91450"/>
                </a:tc>
              </a:tr>
              <a:tr h="539400">
                <a:tc>
                  <a:txBody>
                    <a:bodyPr/>
                    <a:lstStyle/>
                    <a:p>
                      <a:pPr indent="0" lvl="0" marL="0" marR="0" rtl="0" algn="l">
                        <a:spcBef>
                          <a:spcPts val="0"/>
                        </a:spcBef>
                        <a:spcAft>
                          <a:spcPts val="0"/>
                        </a:spcAft>
                        <a:buNone/>
                      </a:pPr>
                      <a:r>
                        <a:rPr lang="en-IN" sz="1800"/>
                        <a:t>YOLOv8</a:t>
                      </a:r>
                      <a:endParaRPr/>
                    </a:p>
                  </a:txBody>
                  <a:tcPr marT="45725" marB="45725" marR="91450" marL="91450"/>
                </a:tc>
                <a:tc>
                  <a:txBody>
                    <a:bodyPr/>
                    <a:lstStyle/>
                    <a:p>
                      <a:pPr indent="0" lvl="0" marL="0" marR="0" rtl="0" algn="l">
                        <a:spcBef>
                          <a:spcPts val="0"/>
                        </a:spcBef>
                        <a:spcAft>
                          <a:spcPts val="0"/>
                        </a:spcAft>
                        <a:buNone/>
                      </a:pPr>
                      <a:r>
                        <a:rPr lang="en-IN" sz="1800"/>
                        <a:t>Object Detection</a:t>
                      </a:r>
                      <a:endParaRPr/>
                    </a:p>
                  </a:txBody>
                  <a:tcPr marT="45725" marB="45725" marR="91450" marL="91450"/>
                </a:tc>
              </a:tr>
              <a:tr h="539400">
                <a:tc>
                  <a:txBody>
                    <a:bodyPr/>
                    <a:lstStyle/>
                    <a:p>
                      <a:pPr indent="0" lvl="0" marL="0" marR="0" rtl="0" algn="l">
                        <a:spcBef>
                          <a:spcPts val="0"/>
                        </a:spcBef>
                        <a:spcAft>
                          <a:spcPts val="0"/>
                        </a:spcAft>
                        <a:buNone/>
                      </a:pPr>
                      <a:r>
                        <a:rPr lang="en-IN" sz="1800"/>
                        <a:t>PyTorch</a:t>
                      </a:r>
                      <a:endParaRPr sz="1800"/>
                    </a:p>
                  </a:txBody>
                  <a:tcPr marT="45725" marB="45725" marR="91450" marL="91450"/>
                </a:tc>
                <a:tc>
                  <a:txBody>
                    <a:bodyPr/>
                    <a:lstStyle/>
                    <a:p>
                      <a:pPr indent="0" lvl="0" marL="0" marR="0" rtl="0" algn="l">
                        <a:spcBef>
                          <a:spcPts val="0"/>
                        </a:spcBef>
                        <a:spcAft>
                          <a:spcPts val="0"/>
                        </a:spcAft>
                        <a:buNone/>
                      </a:pPr>
                      <a:r>
                        <a:rPr lang="en-IN" sz="1800"/>
                        <a:t>Deep Learning Framework</a:t>
                      </a:r>
                      <a:endParaRPr/>
                    </a:p>
                  </a:txBody>
                  <a:tcPr marT="45725" marB="45725" marR="91450" marL="91450"/>
                </a:tc>
              </a:tr>
              <a:tr h="539400">
                <a:tc>
                  <a:txBody>
                    <a:bodyPr/>
                    <a:lstStyle/>
                    <a:p>
                      <a:pPr indent="0" lvl="0" marL="0" marR="0" rtl="0" algn="l">
                        <a:spcBef>
                          <a:spcPts val="0"/>
                        </a:spcBef>
                        <a:spcAft>
                          <a:spcPts val="0"/>
                        </a:spcAft>
                        <a:buNone/>
                      </a:pPr>
                      <a:r>
                        <a:rPr lang="en-IN" sz="1800"/>
                        <a:t>Streamlit</a:t>
                      </a:r>
                      <a:endParaRPr/>
                    </a:p>
                  </a:txBody>
                  <a:tcPr marT="45725" marB="45725" marR="91450" marL="91450"/>
                </a:tc>
                <a:tc>
                  <a:txBody>
                    <a:bodyPr/>
                    <a:lstStyle/>
                    <a:p>
                      <a:pPr indent="0" lvl="0" marL="0" marR="0" rtl="0" algn="l">
                        <a:spcBef>
                          <a:spcPts val="0"/>
                        </a:spcBef>
                        <a:spcAft>
                          <a:spcPts val="0"/>
                        </a:spcAft>
                        <a:buNone/>
                      </a:pPr>
                      <a:r>
                        <a:rPr lang="en-IN" sz="1800"/>
                        <a:t>Dashboard Development</a:t>
                      </a:r>
                      <a:endParaRPr/>
                    </a:p>
                  </a:txBody>
                  <a:tcPr marT="45725" marB="45725" marR="91450" marL="91450"/>
                </a:tc>
              </a:tr>
              <a:tr h="549025">
                <a:tc>
                  <a:txBody>
                    <a:bodyPr/>
                    <a:lstStyle/>
                    <a:p>
                      <a:pPr indent="0" lvl="0" marL="0" marR="0" rtl="0" algn="l">
                        <a:spcBef>
                          <a:spcPts val="0"/>
                        </a:spcBef>
                        <a:spcAft>
                          <a:spcPts val="0"/>
                        </a:spcAft>
                        <a:buNone/>
                      </a:pPr>
                      <a:r>
                        <a:rPr lang="en-IN" sz="1800"/>
                        <a:t>CSV</a:t>
                      </a:r>
                      <a:endParaRPr/>
                    </a:p>
                  </a:txBody>
                  <a:tcPr marT="45725" marB="45725" marR="91450" marL="91450"/>
                </a:tc>
                <a:tc>
                  <a:txBody>
                    <a:bodyPr/>
                    <a:lstStyle/>
                    <a:p>
                      <a:pPr indent="0" lvl="0" marL="0" marR="0" rtl="0" algn="l">
                        <a:spcBef>
                          <a:spcPts val="0"/>
                        </a:spcBef>
                        <a:spcAft>
                          <a:spcPts val="0"/>
                        </a:spcAft>
                        <a:buNone/>
                      </a:pPr>
                      <a:r>
                        <a:rPr lang="en-IN" sz="1800"/>
                        <a:t>Alert Logging</a:t>
                      </a:r>
                      <a:endParaRPr/>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9"/>
          <p:cNvSpPr txBox="1"/>
          <p:nvPr>
            <p:ph type="title"/>
          </p:nvPr>
        </p:nvSpPr>
        <p:spPr>
          <a:xfrm>
            <a:off x="724215" y="685800"/>
            <a:ext cx="1077893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IN"/>
              <a:t>                        </a:t>
            </a:r>
            <a:r>
              <a:rPr b="1" lang="en-IN"/>
              <a:t>CONCLUSION</a:t>
            </a:r>
            <a:endParaRPr/>
          </a:p>
        </p:txBody>
      </p:sp>
      <p:sp>
        <p:nvSpPr>
          <p:cNvPr id="248" name="Google Shape;248;p9"/>
          <p:cNvSpPr txBox="1"/>
          <p:nvPr>
            <p:ph idx="12" type="sldNum"/>
          </p:nvPr>
        </p:nvSpPr>
        <p:spPr>
          <a:xfrm>
            <a:off x="11503152" y="0"/>
            <a:ext cx="6858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249" name="Google Shape;249;p9"/>
          <p:cNvSpPr txBox="1"/>
          <p:nvPr>
            <p:ph idx="1" type="body"/>
          </p:nvPr>
        </p:nvSpPr>
        <p:spPr>
          <a:xfrm>
            <a:off x="1446675" y="2128150"/>
            <a:ext cx="10259100" cy="4044300"/>
          </a:xfrm>
          <a:prstGeom prst="rect">
            <a:avLst/>
          </a:prstGeom>
          <a:noFill/>
          <a:ln>
            <a:noFill/>
          </a:ln>
        </p:spPr>
        <p:txBody>
          <a:bodyPr anchorCtr="0" anchor="ctr" bIns="45700" lIns="91425" spcFirstLastPara="1" rIns="91425" wrap="square" tIns="45700">
            <a:normAutofit fontScale="85000"/>
          </a:bodyPr>
          <a:lstStyle/>
          <a:p>
            <a:pPr indent="-331470" lvl="0" marL="342900" rtl="0" algn="l">
              <a:lnSpc>
                <a:spcPct val="110000"/>
              </a:lnSpc>
              <a:spcBef>
                <a:spcPts val="0"/>
              </a:spcBef>
              <a:spcAft>
                <a:spcPts val="0"/>
              </a:spcAft>
              <a:buSzPct val="100000"/>
              <a:buFont typeface="Noto Sans Symbols"/>
              <a:buChar char="❖"/>
            </a:pPr>
            <a:r>
              <a:rPr lang="en-IN"/>
              <a:t> Detects suspicious activities and objects in real time using *YOLO* and*OpenCV*. </a:t>
            </a:r>
            <a:endParaRPr/>
          </a:p>
          <a:p>
            <a:pPr indent="-331470" lvl="0" marL="342900" rtl="0" algn="l">
              <a:lnSpc>
                <a:spcPct val="110000"/>
              </a:lnSpc>
              <a:spcBef>
                <a:spcPts val="1000"/>
              </a:spcBef>
              <a:spcAft>
                <a:spcPts val="0"/>
              </a:spcAft>
              <a:buSzPct val="100000"/>
              <a:buFont typeface="Noto Sans Symbols"/>
              <a:buChar char="❖"/>
            </a:pPr>
            <a:r>
              <a:rPr lang="en-IN"/>
              <a:t>Minimizes human intervention through automated monitoring and instant alerts.</a:t>
            </a:r>
            <a:endParaRPr/>
          </a:p>
          <a:p>
            <a:pPr indent="-331470" lvl="0" marL="342900" rtl="0" algn="l">
              <a:lnSpc>
                <a:spcPct val="110000"/>
              </a:lnSpc>
              <a:spcBef>
                <a:spcPts val="1000"/>
              </a:spcBef>
              <a:spcAft>
                <a:spcPts val="0"/>
              </a:spcAft>
              <a:buSzPct val="100000"/>
              <a:buFont typeface="Noto Sans Symbols"/>
              <a:buChar char="❖"/>
            </a:pPr>
            <a:r>
              <a:rPr lang="en-IN"/>
              <a:t>Enhances security with faster, more accurate, and reliable threat detection. </a:t>
            </a:r>
            <a:endParaRPr/>
          </a:p>
          <a:p>
            <a:pPr indent="-331470" lvl="0" marL="342900" rtl="0" algn="l">
              <a:lnSpc>
                <a:spcPct val="110000"/>
              </a:lnSpc>
              <a:spcBef>
                <a:spcPts val="1000"/>
              </a:spcBef>
              <a:spcAft>
                <a:spcPts val="0"/>
              </a:spcAft>
              <a:buSzPct val="100000"/>
              <a:buFont typeface="Noto Sans Symbols"/>
              <a:buChar char="❖"/>
            </a:pPr>
            <a:r>
              <a:rPr lang="en-IN"/>
              <a:t>Provides a scalable and cost-effective solution for smart surveillance applications.</a:t>
            </a:r>
            <a:endParaRPr/>
          </a:p>
          <a:p>
            <a:pPr indent="-201930" lvl="0" marL="342900" rtl="0" algn="l">
              <a:lnSpc>
                <a:spcPct val="110000"/>
              </a:lnSpc>
              <a:spcBef>
                <a:spcPts val="1000"/>
              </a:spcBef>
              <a:spcAft>
                <a:spcPts val="0"/>
              </a:spcAft>
              <a:buSzPct val="100000"/>
              <a:buFont typeface="Noto Sans Symbols"/>
              <a:buNone/>
            </a:pPr>
            <a:r>
              <a:t/>
            </a:r>
            <a:endParaRPr/>
          </a:p>
          <a:p>
            <a:pPr indent="-331470" lvl="0" marL="342900" rtl="0" algn="l">
              <a:lnSpc>
                <a:spcPct val="110000"/>
              </a:lnSpc>
              <a:spcBef>
                <a:spcPts val="1000"/>
              </a:spcBef>
              <a:spcAft>
                <a:spcPts val="0"/>
              </a:spcAft>
              <a:buSzPct val="100000"/>
              <a:buFont typeface="Noto Sans Symbols"/>
              <a:buChar char="✔"/>
            </a:pPr>
            <a:r>
              <a:rPr lang="en-IN"/>
              <a:t> </a:t>
            </a:r>
            <a:r>
              <a:rPr b="1" lang="en-IN"/>
              <a:t>Future Scope</a:t>
            </a:r>
            <a:r>
              <a:rPr lang="en-IN"/>
              <a:t>: Integrate facial recognition, cloud-based analytics, multi-camera tracking, and predictive AI to build a next-generation intelligent surveillance system.</a:t>
            </a:r>
            <a:endParaRPr/>
          </a:p>
          <a:p>
            <a:pPr indent="0" lvl="0" marL="0" rtl="0" algn="l">
              <a:lnSpc>
                <a:spcPct val="110000"/>
              </a:lnSpc>
              <a:spcBef>
                <a:spcPts val="1000"/>
              </a:spcBef>
              <a:spcAft>
                <a:spcPts val="0"/>
              </a:spcAft>
              <a:buSzPct val="100000"/>
              <a:buNone/>
            </a:pPr>
            <a:r>
              <a:rPr b="1" lang="en-IN"/>
              <a:t>      “AI-powered surveillance is not just about watching—it's about     understanding, predicting,and responding to security threats in real time.”</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0"/>
          <p:cNvSpPr txBox="1"/>
          <p:nvPr>
            <p:ph type="title"/>
          </p:nvPr>
        </p:nvSpPr>
        <p:spPr>
          <a:xfrm>
            <a:off x="2355869" y="731810"/>
            <a:ext cx="5228393" cy="26971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b="1" lang="en-I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setVTI">
  <a:themeElements>
    <a:clrScheme name="Custom 20">
      <a:dk1>
        <a:srgbClr val="000000"/>
      </a:dk1>
      <a:lt1>
        <a:srgbClr val="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2026-06-25T04:28:45Z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